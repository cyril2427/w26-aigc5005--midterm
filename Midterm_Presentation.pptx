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heme/themeOverride1.xml" ContentType="application/vnd.openxmlformats-officedocument.themeOverr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yril Daisy Christina Premsingh" userId="S::n01522011@humber.ca::2ee5b7bc-2315-4c74-a126-bfa2c661d673" providerId="AD" clId="Web-{BFB632B4-7824-6A9E-BE65-C4EFF6165E2F}"/>
    <pc:docChg chg="modSld">
      <pc:chgData name="Cyril Daisy Christina Premsingh" userId="S::n01522011@humber.ca::2ee5b7bc-2315-4c74-a126-bfa2c661d673" providerId="AD" clId="Web-{BFB632B4-7824-6A9E-BE65-C4EFF6165E2F}" dt="2026-03-24T01:34:32.674" v="0" actId="14100"/>
      <pc:docMkLst>
        <pc:docMk/>
      </pc:docMkLst>
      <pc:sldChg chg="modSp">
        <pc:chgData name="Cyril Daisy Christina Premsingh" userId="S::n01522011@humber.ca::2ee5b7bc-2315-4c74-a126-bfa2c661d673" providerId="AD" clId="Web-{BFB632B4-7824-6A9E-BE65-C4EFF6165E2F}" dt="2026-03-24T01:34:32.674" v="0" actId="14100"/>
        <pc:sldMkLst>
          <pc:docMk/>
          <pc:sldMk cId="0" sldId="267"/>
        </pc:sldMkLst>
        <pc:graphicFrameChg chg="mod">
          <ac:chgData name="Cyril Daisy Christina Premsingh" userId="S::n01522011@humber.ca::2ee5b7bc-2315-4c74-a126-bfa2c661d673" providerId="AD" clId="Web-{BFB632B4-7824-6A9E-BE65-C4EFF6165E2F}" dt="2026-03-24T01:34:32.674" v="0" actId="14100"/>
          <ac:graphicFrameMkLst>
            <pc:docMk/>
            <pc:sldMk cId="0" sldId="267"/>
            <ac:graphicFrameMk id="14" creationId="{4762B84D-7897-33E8-3BBF-CE575DD1AD2C}"/>
          </ac:graphicFrameMkLst>
        </pc:graphicFrame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AA92C6-2EE4-458C-B133-12526A317ED4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BD5536A-C55F-4F39-97D5-014B91364BD0}">
      <dgm:prSet custT="1"/>
      <dgm:spPr>
        <a:solidFill>
          <a:schemeClr val="bg1">
            <a:lumMod val="95000"/>
          </a:schemeClr>
        </a:solidFill>
        <a:ln>
          <a:solidFill>
            <a:schemeClr val="accent1"/>
          </a:solidFill>
        </a:ln>
      </dgm:spPr>
      <dgm:t>
        <a:bodyPr/>
        <a:lstStyle/>
        <a:p>
          <a:pPr algn="l" rtl="0"/>
          <a:endParaRPr lang="en-GB" sz="1800" dirty="0"/>
        </a:p>
        <a:p>
          <a:pPr algn="l" rtl="0"/>
          <a:r>
            <a:rPr lang="en-GB" sz="1800" dirty="0"/>
            <a:t>Bruno Deva </a:t>
          </a:r>
          <a:r>
            <a:rPr lang="en-GB" sz="1800" dirty="0" err="1"/>
            <a:t>Sagayam</a:t>
          </a:r>
          <a:endParaRPr lang="en-GB" sz="1800" dirty="0"/>
        </a:p>
        <a:p>
          <a:pPr algn="l" rtl="0"/>
          <a:r>
            <a:rPr lang="en-GB" sz="1800" dirty="0"/>
            <a:t>Calvin Adams</a:t>
          </a:r>
        </a:p>
        <a:p>
          <a:pPr algn="l" rtl="0"/>
          <a:r>
            <a:rPr lang="en-GB" sz="1800" dirty="0"/>
            <a:t>Cyril Daisy Christina</a:t>
          </a:r>
        </a:p>
        <a:p>
          <a:pPr algn="l" rtl="0"/>
          <a:r>
            <a:rPr lang="en-GB" sz="1800" dirty="0"/>
            <a:t>Md </a:t>
          </a:r>
          <a:r>
            <a:rPr lang="en-GB" sz="1800" dirty="0" err="1"/>
            <a:t>Feroj</a:t>
          </a:r>
          <a:r>
            <a:rPr lang="en-GB" sz="1800" dirty="0"/>
            <a:t> Bepari</a:t>
          </a:r>
        </a:p>
        <a:p>
          <a:pPr algn="l" rtl="0"/>
          <a:r>
            <a:rPr lang="en-GB" sz="1800" dirty="0"/>
            <a:t>Sandra Paul</a:t>
          </a:r>
          <a:endParaRPr lang="en-US" sz="1800" dirty="0"/>
        </a:p>
      </dgm:t>
    </dgm:pt>
    <dgm:pt modelId="{FCA92A5A-9FCC-4B63-8A1F-BA6F22DB6EF9}" type="parTrans" cxnId="{6310A969-55B8-4C9C-9BD1-2BF034C46CA4}">
      <dgm:prSet/>
      <dgm:spPr/>
      <dgm:t>
        <a:bodyPr/>
        <a:lstStyle/>
        <a:p>
          <a:endParaRPr lang="en-US"/>
        </a:p>
      </dgm:t>
    </dgm:pt>
    <dgm:pt modelId="{19D7DB48-3AED-4E6B-A3CC-D2889B54CA2A}" type="sibTrans" cxnId="{6310A969-55B8-4C9C-9BD1-2BF034C46CA4}">
      <dgm:prSet/>
      <dgm:spPr/>
      <dgm:t>
        <a:bodyPr/>
        <a:lstStyle/>
        <a:p>
          <a:endParaRPr lang="en-US"/>
        </a:p>
      </dgm:t>
    </dgm:pt>
    <dgm:pt modelId="{0A4F9397-06FD-4F71-A2B1-BF0D98DEEF9E}">
      <dgm:prSet/>
      <dgm:spPr/>
      <dgm:t>
        <a:bodyPr/>
        <a:lstStyle/>
        <a:p>
          <a:r>
            <a:rPr lang="en-GB" dirty="0"/>
            <a:t>Machine Learning Classification Model</a:t>
          </a:r>
          <a:endParaRPr lang="en-AE" dirty="0"/>
        </a:p>
      </dgm:t>
    </dgm:pt>
    <dgm:pt modelId="{3A545261-6638-4F9B-9542-87626C0AFEF5}" type="parTrans" cxnId="{848E094A-9D3E-4E3D-9CB5-C62E96052A2D}">
      <dgm:prSet/>
      <dgm:spPr/>
      <dgm:t>
        <a:bodyPr/>
        <a:lstStyle/>
        <a:p>
          <a:endParaRPr lang="en-AE"/>
        </a:p>
      </dgm:t>
    </dgm:pt>
    <dgm:pt modelId="{0C063F75-18AC-49F2-8B7D-4E17AA2FCB14}" type="sibTrans" cxnId="{848E094A-9D3E-4E3D-9CB5-C62E96052A2D}">
      <dgm:prSet/>
      <dgm:spPr/>
      <dgm:t>
        <a:bodyPr/>
        <a:lstStyle/>
        <a:p>
          <a:endParaRPr lang="en-AE"/>
        </a:p>
      </dgm:t>
    </dgm:pt>
    <dgm:pt modelId="{0117B85C-8EB9-4CB6-A96F-82D04C78F9B7}" type="pres">
      <dgm:prSet presAssocID="{66AA92C6-2EE4-458C-B133-12526A317ED4}" presName="vert0" presStyleCnt="0">
        <dgm:presLayoutVars>
          <dgm:dir/>
          <dgm:animOne val="branch"/>
          <dgm:animLvl val="lvl"/>
        </dgm:presLayoutVars>
      </dgm:prSet>
      <dgm:spPr/>
    </dgm:pt>
    <dgm:pt modelId="{3B1E0368-2031-4BD8-A08F-AF8A0AFDA082}" type="pres">
      <dgm:prSet presAssocID="{0A4F9397-06FD-4F71-A2B1-BF0D98DEEF9E}" presName="thickLine" presStyleLbl="alignNode1" presStyleIdx="0" presStyleCnt="2"/>
      <dgm:spPr/>
    </dgm:pt>
    <dgm:pt modelId="{A43E9950-77DE-4E78-835A-16F1CAE7033D}" type="pres">
      <dgm:prSet presAssocID="{0A4F9397-06FD-4F71-A2B1-BF0D98DEEF9E}" presName="horz1" presStyleCnt="0"/>
      <dgm:spPr/>
    </dgm:pt>
    <dgm:pt modelId="{4B8E4C9C-1ECE-451A-91C4-B88262ABC596}" type="pres">
      <dgm:prSet presAssocID="{0A4F9397-06FD-4F71-A2B1-BF0D98DEEF9E}" presName="tx1" presStyleLbl="revTx" presStyleIdx="0" presStyleCnt="2"/>
      <dgm:spPr/>
    </dgm:pt>
    <dgm:pt modelId="{3FA633B5-E8BE-4B4A-AC79-F807A94B27C3}" type="pres">
      <dgm:prSet presAssocID="{0A4F9397-06FD-4F71-A2B1-BF0D98DEEF9E}" presName="vert1" presStyleCnt="0"/>
      <dgm:spPr/>
    </dgm:pt>
    <dgm:pt modelId="{8C65677B-6421-43EE-9D5C-6075BA413079}" type="pres">
      <dgm:prSet presAssocID="{5BD5536A-C55F-4F39-97D5-014B91364BD0}" presName="thickLine" presStyleLbl="alignNode1" presStyleIdx="1" presStyleCnt="2"/>
      <dgm:spPr/>
    </dgm:pt>
    <dgm:pt modelId="{6BBA3FBC-1C33-4AD7-ACDA-B0913145F96D}" type="pres">
      <dgm:prSet presAssocID="{5BD5536A-C55F-4F39-97D5-014B91364BD0}" presName="horz1" presStyleCnt="0"/>
      <dgm:spPr/>
    </dgm:pt>
    <dgm:pt modelId="{856D1AB8-EBDF-4FA5-B91F-60547E0AC71C}" type="pres">
      <dgm:prSet presAssocID="{5BD5536A-C55F-4F39-97D5-014B91364BD0}" presName="tx1" presStyleLbl="revTx" presStyleIdx="1" presStyleCnt="2"/>
      <dgm:spPr/>
    </dgm:pt>
    <dgm:pt modelId="{C017C936-DE64-46EC-9D19-672B31E3ACE0}" type="pres">
      <dgm:prSet presAssocID="{5BD5536A-C55F-4F39-97D5-014B91364BD0}" presName="vert1" presStyleCnt="0"/>
      <dgm:spPr/>
    </dgm:pt>
  </dgm:ptLst>
  <dgm:cxnLst>
    <dgm:cxn modelId="{182D2D31-661B-4039-98EE-12DF0A4796EF}" type="presOf" srcId="{0A4F9397-06FD-4F71-A2B1-BF0D98DEEF9E}" destId="{4B8E4C9C-1ECE-451A-91C4-B88262ABC596}" srcOrd="0" destOrd="0" presId="urn:microsoft.com/office/officeart/2008/layout/LinedList"/>
    <dgm:cxn modelId="{6310A969-55B8-4C9C-9BD1-2BF034C46CA4}" srcId="{66AA92C6-2EE4-458C-B133-12526A317ED4}" destId="{5BD5536A-C55F-4F39-97D5-014B91364BD0}" srcOrd="1" destOrd="0" parTransId="{FCA92A5A-9FCC-4B63-8A1F-BA6F22DB6EF9}" sibTransId="{19D7DB48-3AED-4E6B-A3CC-D2889B54CA2A}"/>
    <dgm:cxn modelId="{848E094A-9D3E-4E3D-9CB5-C62E96052A2D}" srcId="{66AA92C6-2EE4-458C-B133-12526A317ED4}" destId="{0A4F9397-06FD-4F71-A2B1-BF0D98DEEF9E}" srcOrd="0" destOrd="0" parTransId="{3A545261-6638-4F9B-9542-87626C0AFEF5}" sibTransId="{0C063F75-18AC-49F2-8B7D-4E17AA2FCB14}"/>
    <dgm:cxn modelId="{9FE3D27D-B701-4BC5-85CC-E6C2DE270FFC}" type="presOf" srcId="{66AA92C6-2EE4-458C-B133-12526A317ED4}" destId="{0117B85C-8EB9-4CB6-A96F-82D04C78F9B7}" srcOrd="0" destOrd="0" presId="urn:microsoft.com/office/officeart/2008/layout/LinedList"/>
    <dgm:cxn modelId="{7714A9B5-3CD1-40CB-8E53-510A699E3F3B}" type="presOf" srcId="{5BD5536A-C55F-4F39-97D5-014B91364BD0}" destId="{856D1AB8-EBDF-4FA5-B91F-60547E0AC71C}" srcOrd="0" destOrd="0" presId="urn:microsoft.com/office/officeart/2008/layout/LinedList"/>
    <dgm:cxn modelId="{1396B107-7D81-481F-88B0-3FAC66DE6F95}" type="presParOf" srcId="{0117B85C-8EB9-4CB6-A96F-82D04C78F9B7}" destId="{3B1E0368-2031-4BD8-A08F-AF8A0AFDA082}" srcOrd="0" destOrd="0" presId="urn:microsoft.com/office/officeart/2008/layout/LinedList"/>
    <dgm:cxn modelId="{D21EE9B0-CFA6-4258-86BE-322CE19D0434}" type="presParOf" srcId="{0117B85C-8EB9-4CB6-A96F-82D04C78F9B7}" destId="{A43E9950-77DE-4E78-835A-16F1CAE7033D}" srcOrd="1" destOrd="0" presId="urn:microsoft.com/office/officeart/2008/layout/LinedList"/>
    <dgm:cxn modelId="{36525E94-2A16-4983-855E-ECBA159FE92A}" type="presParOf" srcId="{A43E9950-77DE-4E78-835A-16F1CAE7033D}" destId="{4B8E4C9C-1ECE-451A-91C4-B88262ABC596}" srcOrd="0" destOrd="0" presId="urn:microsoft.com/office/officeart/2008/layout/LinedList"/>
    <dgm:cxn modelId="{D3A85F73-0192-4555-BAF9-4A350076B5DE}" type="presParOf" srcId="{A43E9950-77DE-4E78-835A-16F1CAE7033D}" destId="{3FA633B5-E8BE-4B4A-AC79-F807A94B27C3}" srcOrd="1" destOrd="0" presId="urn:microsoft.com/office/officeart/2008/layout/LinedList"/>
    <dgm:cxn modelId="{D5507877-E5D2-4229-ACC2-6981D16AD513}" type="presParOf" srcId="{0117B85C-8EB9-4CB6-A96F-82D04C78F9B7}" destId="{8C65677B-6421-43EE-9D5C-6075BA413079}" srcOrd="2" destOrd="0" presId="urn:microsoft.com/office/officeart/2008/layout/LinedList"/>
    <dgm:cxn modelId="{731A54BD-EC28-47B7-A3C4-CDD9D67913D3}" type="presParOf" srcId="{0117B85C-8EB9-4CB6-A96F-82D04C78F9B7}" destId="{6BBA3FBC-1C33-4AD7-ACDA-B0913145F96D}" srcOrd="3" destOrd="0" presId="urn:microsoft.com/office/officeart/2008/layout/LinedList"/>
    <dgm:cxn modelId="{86A08262-081F-4942-B069-9A0151356B8B}" type="presParOf" srcId="{6BBA3FBC-1C33-4AD7-ACDA-B0913145F96D}" destId="{856D1AB8-EBDF-4FA5-B91F-60547E0AC71C}" srcOrd="0" destOrd="0" presId="urn:microsoft.com/office/officeart/2008/layout/LinedList"/>
    <dgm:cxn modelId="{3819B218-B87D-4801-91F4-407026D4E85D}" type="presParOf" srcId="{6BBA3FBC-1C33-4AD7-ACDA-B0913145F96D}" destId="{C017C936-DE64-46EC-9D19-672B31E3ACE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FF03D5-7D8B-435F-837E-C4E538D1B9A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A52BF59-E89D-4169-B0AC-0BC5F79480E9}">
      <dgm:prSet/>
      <dgm:spPr/>
      <dgm:t>
        <a:bodyPr/>
        <a:lstStyle/>
        <a:p>
          <a:r>
            <a:rPr lang="en-US" dirty="0"/>
            <a:t>Predict whether an online order is High-Risk or Low-Risk using ML.</a:t>
          </a:r>
        </a:p>
      </dgm:t>
    </dgm:pt>
    <dgm:pt modelId="{D5BD166F-BDC9-4EC9-A584-EBF61A424673}" type="parTrans" cxnId="{29F83FCA-05D4-46EE-9852-793E486D6EC9}">
      <dgm:prSet/>
      <dgm:spPr/>
      <dgm:t>
        <a:bodyPr/>
        <a:lstStyle/>
        <a:p>
          <a:endParaRPr lang="en-US"/>
        </a:p>
      </dgm:t>
    </dgm:pt>
    <dgm:pt modelId="{1D8D20DC-A7C3-4087-BFA7-22D7982DAF2C}" type="sibTrans" cxnId="{29F83FCA-05D4-46EE-9852-793E486D6EC9}">
      <dgm:prSet/>
      <dgm:spPr/>
      <dgm:t>
        <a:bodyPr/>
        <a:lstStyle/>
        <a:p>
          <a:endParaRPr lang="en-US"/>
        </a:p>
      </dgm:t>
    </dgm:pt>
    <dgm:pt modelId="{21252C4A-6BE7-4362-93A7-16BBCF92F8A6}">
      <dgm:prSet/>
      <dgm:spPr/>
      <dgm:t>
        <a:bodyPr/>
        <a:lstStyle/>
        <a:p>
          <a:r>
            <a:rPr lang="en-US" dirty="0"/>
            <a:t>Goal:  Assist retailers in reducing financial losses by early identification of High-Risk Orders</a:t>
          </a:r>
        </a:p>
      </dgm:t>
    </dgm:pt>
    <dgm:pt modelId="{7913AEB6-D489-4A8D-85C9-DC4A99552EB9}" type="parTrans" cxnId="{48D93432-8F71-4F7A-8A89-2F006E8246FB}">
      <dgm:prSet/>
      <dgm:spPr/>
      <dgm:t>
        <a:bodyPr/>
        <a:lstStyle/>
        <a:p>
          <a:endParaRPr lang="en-US"/>
        </a:p>
      </dgm:t>
    </dgm:pt>
    <dgm:pt modelId="{E6CD9BEA-B583-4884-AE2B-4452C365B904}" type="sibTrans" cxnId="{48D93432-8F71-4F7A-8A89-2F006E8246FB}">
      <dgm:prSet/>
      <dgm:spPr/>
      <dgm:t>
        <a:bodyPr/>
        <a:lstStyle/>
        <a:p>
          <a:endParaRPr lang="en-US"/>
        </a:p>
      </dgm:t>
    </dgm:pt>
    <dgm:pt modelId="{A71722B8-C419-4F78-8FFE-B9D7A783E364}" type="pres">
      <dgm:prSet presAssocID="{72FF03D5-7D8B-435F-837E-C4E538D1B9A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CFC259F-4C1F-4F74-BB65-C49CEA81AA43}" type="pres">
      <dgm:prSet presAssocID="{2A52BF59-E89D-4169-B0AC-0BC5F79480E9}" presName="hierRoot1" presStyleCnt="0"/>
      <dgm:spPr/>
    </dgm:pt>
    <dgm:pt modelId="{A975947B-B47A-4574-ACC9-5E4FED5F500E}" type="pres">
      <dgm:prSet presAssocID="{2A52BF59-E89D-4169-B0AC-0BC5F79480E9}" presName="composite" presStyleCnt="0"/>
      <dgm:spPr/>
    </dgm:pt>
    <dgm:pt modelId="{9A1EE030-1B7C-4AA7-AEAB-F89F60EADAA1}" type="pres">
      <dgm:prSet presAssocID="{2A52BF59-E89D-4169-B0AC-0BC5F79480E9}" presName="background" presStyleLbl="node0" presStyleIdx="0" presStyleCnt="2"/>
      <dgm:spPr/>
    </dgm:pt>
    <dgm:pt modelId="{98036EB3-BF6B-49C9-AE4C-CCA428246862}" type="pres">
      <dgm:prSet presAssocID="{2A52BF59-E89D-4169-B0AC-0BC5F79480E9}" presName="text" presStyleLbl="fgAcc0" presStyleIdx="0" presStyleCnt="2">
        <dgm:presLayoutVars>
          <dgm:chPref val="3"/>
        </dgm:presLayoutVars>
      </dgm:prSet>
      <dgm:spPr/>
    </dgm:pt>
    <dgm:pt modelId="{0378A999-D23D-4BF5-AFD0-00183111158C}" type="pres">
      <dgm:prSet presAssocID="{2A52BF59-E89D-4169-B0AC-0BC5F79480E9}" presName="hierChild2" presStyleCnt="0"/>
      <dgm:spPr/>
    </dgm:pt>
    <dgm:pt modelId="{94915D03-EA79-4350-9205-19517B164654}" type="pres">
      <dgm:prSet presAssocID="{21252C4A-6BE7-4362-93A7-16BBCF92F8A6}" presName="hierRoot1" presStyleCnt="0"/>
      <dgm:spPr/>
    </dgm:pt>
    <dgm:pt modelId="{AA545B02-CA4B-4373-8457-78E701CDC0F6}" type="pres">
      <dgm:prSet presAssocID="{21252C4A-6BE7-4362-93A7-16BBCF92F8A6}" presName="composite" presStyleCnt="0"/>
      <dgm:spPr/>
    </dgm:pt>
    <dgm:pt modelId="{1A13E39A-4DCA-4CCB-881B-BDBB7FEDCB8C}" type="pres">
      <dgm:prSet presAssocID="{21252C4A-6BE7-4362-93A7-16BBCF92F8A6}" presName="background" presStyleLbl="node0" presStyleIdx="1" presStyleCnt="2"/>
      <dgm:spPr/>
    </dgm:pt>
    <dgm:pt modelId="{9AA0E34A-8661-4550-8687-8CA33515257B}" type="pres">
      <dgm:prSet presAssocID="{21252C4A-6BE7-4362-93A7-16BBCF92F8A6}" presName="text" presStyleLbl="fgAcc0" presStyleIdx="1" presStyleCnt="2">
        <dgm:presLayoutVars>
          <dgm:chPref val="3"/>
        </dgm:presLayoutVars>
      </dgm:prSet>
      <dgm:spPr/>
    </dgm:pt>
    <dgm:pt modelId="{7196F448-2FD8-429B-B530-32D4E620DF2C}" type="pres">
      <dgm:prSet presAssocID="{21252C4A-6BE7-4362-93A7-16BBCF92F8A6}" presName="hierChild2" presStyleCnt="0"/>
      <dgm:spPr/>
    </dgm:pt>
  </dgm:ptLst>
  <dgm:cxnLst>
    <dgm:cxn modelId="{48D93432-8F71-4F7A-8A89-2F006E8246FB}" srcId="{72FF03D5-7D8B-435F-837E-C4E538D1B9AF}" destId="{21252C4A-6BE7-4362-93A7-16BBCF92F8A6}" srcOrd="1" destOrd="0" parTransId="{7913AEB6-D489-4A8D-85C9-DC4A99552EB9}" sibTransId="{E6CD9BEA-B583-4884-AE2B-4452C365B904}"/>
    <dgm:cxn modelId="{04F32469-683D-4BE1-A798-CF1DAF1B72EB}" type="presOf" srcId="{2A52BF59-E89D-4169-B0AC-0BC5F79480E9}" destId="{98036EB3-BF6B-49C9-AE4C-CCA428246862}" srcOrd="0" destOrd="0" presId="urn:microsoft.com/office/officeart/2005/8/layout/hierarchy1"/>
    <dgm:cxn modelId="{C7DBA756-8909-48FE-86C8-A872176D62F8}" type="presOf" srcId="{72FF03D5-7D8B-435F-837E-C4E538D1B9AF}" destId="{A71722B8-C419-4F78-8FFE-B9D7A783E364}" srcOrd="0" destOrd="0" presId="urn:microsoft.com/office/officeart/2005/8/layout/hierarchy1"/>
    <dgm:cxn modelId="{29F83FCA-05D4-46EE-9852-793E486D6EC9}" srcId="{72FF03D5-7D8B-435F-837E-C4E538D1B9AF}" destId="{2A52BF59-E89D-4169-B0AC-0BC5F79480E9}" srcOrd="0" destOrd="0" parTransId="{D5BD166F-BDC9-4EC9-A584-EBF61A424673}" sibTransId="{1D8D20DC-A7C3-4087-BFA7-22D7982DAF2C}"/>
    <dgm:cxn modelId="{F94F80E2-0500-4B60-9A0C-396E8D8BF777}" type="presOf" srcId="{21252C4A-6BE7-4362-93A7-16BBCF92F8A6}" destId="{9AA0E34A-8661-4550-8687-8CA33515257B}" srcOrd="0" destOrd="0" presId="urn:microsoft.com/office/officeart/2005/8/layout/hierarchy1"/>
    <dgm:cxn modelId="{6E43035D-0D5A-434E-8694-9E4633137331}" type="presParOf" srcId="{A71722B8-C419-4F78-8FFE-B9D7A783E364}" destId="{DCFC259F-4C1F-4F74-BB65-C49CEA81AA43}" srcOrd="0" destOrd="0" presId="urn:microsoft.com/office/officeart/2005/8/layout/hierarchy1"/>
    <dgm:cxn modelId="{542F43C7-BDCC-43AA-8701-45E195EAE06F}" type="presParOf" srcId="{DCFC259F-4C1F-4F74-BB65-C49CEA81AA43}" destId="{A975947B-B47A-4574-ACC9-5E4FED5F500E}" srcOrd="0" destOrd="0" presId="urn:microsoft.com/office/officeart/2005/8/layout/hierarchy1"/>
    <dgm:cxn modelId="{87B26487-576F-4B0A-BAB5-0BF984C22C8C}" type="presParOf" srcId="{A975947B-B47A-4574-ACC9-5E4FED5F500E}" destId="{9A1EE030-1B7C-4AA7-AEAB-F89F60EADAA1}" srcOrd="0" destOrd="0" presId="urn:microsoft.com/office/officeart/2005/8/layout/hierarchy1"/>
    <dgm:cxn modelId="{7E0DFED5-4494-4065-967D-3549B5908A3D}" type="presParOf" srcId="{A975947B-B47A-4574-ACC9-5E4FED5F500E}" destId="{98036EB3-BF6B-49C9-AE4C-CCA428246862}" srcOrd="1" destOrd="0" presId="urn:microsoft.com/office/officeart/2005/8/layout/hierarchy1"/>
    <dgm:cxn modelId="{DC24E9D1-D281-4351-9A69-7BF58E19343E}" type="presParOf" srcId="{DCFC259F-4C1F-4F74-BB65-C49CEA81AA43}" destId="{0378A999-D23D-4BF5-AFD0-00183111158C}" srcOrd="1" destOrd="0" presId="urn:microsoft.com/office/officeart/2005/8/layout/hierarchy1"/>
    <dgm:cxn modelId="{B4367CFC-3D27-490A-A476-0B9517954905}" type="presParOf" srcId="{A71722B8-C419-4F78-8FFE-B9D7A783E364}" destId="{94915D03-EA79-4350-9205-19517B164654}" srcOrd="1" destOrd="0" presId="urn:microsoft.com/office/officeart/2005/8/layout/hierarchy1"/>
    <dgm:cxn modelId="{4D3BF251-8029-42D1-98C4-8B65C421F11E}" type="presParOf" srcId="{94915D03-EA79-4350-9205-19517B164654}" destId="{AA545B02-CA4B-4373-8457-78E701CDC0F6}" srcOrd="0" destOrd="0" presId="urn:microsoft.com/office/officeart/2005/8/layout/hierarchy1"/>
    <dgm:cxn modelId="{6BBDD40F-20B7-4ABA-AC8E-01A8FF441422}" type="presParOf" srcId="{AA545B02-CA4B-4373-8457-78E701CDC0F6}" destId="{1A13E39A-4DCA-4CCB-881B-BDBB7FEDCB8C}" srcOrd="0" destOrd="0" presId="urn:microsoft.com/office/officeart/2005/8/layout/hierarchy1"/>
    <dgm:cxn modelId="{C222A4D6-2E07-482A-B586-1960B1B4E941}" type="presParOf" srcId="{AA545B02-CA4B-4373-8457-78E701CDC0F6}" destId="{9AA0E34A-8661-4550-8687-8CA33515257B}" srcOrd="1" destOrd="0" presId="urn:microsoft.com/office/officeart/2005/8/layout/hierarchy1"/>
    <dgm:cxn modelId="{C82071F4-0BC7-406A-A39C-71512219B75B}" type="presParOf" srcId="{94915D03-EA79-4350-9205-19517B164654}" destId="{7196F448-2FD8-429B-B530-32D4E620DF2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9E6C2B7-A3A8-4C5F-9DCE-833D800FCE8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82AA332-92DC-411A-8967-C19BD9EA2E96}">
      <dgm:prSet/>
      <dgm:spPr/>
      <dgm:t>
        <a:bodyPr/>
        <a:lstStyle/>
        <a:p>
          <a:pPr>
            <a:defRPr cap="all"/>
          </a:pPr>
          <a:r>
            <a:rPr lang="en-US"/>
            <a:t>30,000 orders, 44 features</a:t>
          </a:r>
        </a:p>
      </dgm:t>
    </dgm:pt>
    <dgm:pt modelId="{73810BF5-AD7D-48D9-AC7A-041568F9891A}" type="parTrans" cxnId="{3A2F68F0-26A4-4CC2-95CA-D48707B38349}">
      <dgm:prSet/>
      <dgm:spPr/>
      <dgm:t>
        <a:bodyPr/>
        <a:lstStyle/>
        <a:p>
          <a:endParaRPr lang="en-US"/>
        </a:p>
      </dgm:t>
    </dgm:pt>
    <dgm:pt modelId="{DBA49ECD-1D90-4582-930D-DE236E320238}" type="sibTrans" cxnId="{3A2F68F0-26A4-4CC2-95CA-D48707B38349}">
      <dgm:prSet/>
      <dgm:spPr/>
      <dgm:t>
        <a:bodyPr/>
        <a:lstStyle/>
        <a:p>
          <a:endParaRPr lang="en-US"/>
        </a:p>
      </dgm:t>
    </dgm:pt>
    <dgm:pt modelId="{F783B1BB-ED16-4C4C-9719-9E34CCCABD48}">
      <dgm:prSet/>
      <dgm:spPr/>
      <dgm:t>
        <a:bodyPr/>
        <a:lstStyle/>
        <a:p>
          <a:pPr>
            <a:defRPr cap="all"/>
          </a:pPr>
          <a:r>
            <a:rPr lang="en-US"/>
            <a:t>Target: Yes (high risk), No (low risk)</a:t>
          </a:r>
        </a:p>
      </dgm:t>
    </dgm:pt>
    <dgm:pt modelId="{87625E34-0F01-4106-839C-84FB3C0FA79B}" type="parTrans" cxnId="{6AC51675-D5A7-4599-A942-A9CB644A5953}">
      <dgm:prSet/>
      <dgm:spPr/>
      <dgm:t>
        <a:bodyPr/>
        <a:lstStyle/>
        <a:p>
          <a:endParaRPr lang="en-US"/>
        </a:p>
      </dgm:t>
    </dgm:pt>
    <dgm:pt modelId="{6AF0A23F-BD3E-4315-B1F7-61AE1E57C935}" type="sibTrans" cxnId="{6AC51675-D5A7-4599-A942-A9CB644A5953}">
      <dgm:prSet/>
      <dgm:spPr/>
      <dgm:t>
        <a:bodyPr/>
        <a:lstStyle/>
        <a:p>
          <a:endParaRPr lang="en-US"/>
        </a:p>
      </dgm:t>
    </dgm:pt>
    <dgm:pt modelId="{6BC09A08-11EB-4A37-B214-A30EFB3F4342}">
      <dgm:prSet/>
      <dgm:spPr/>
      <dgm:t>
        <a:bodyPr/>
        <a:lstStyle/>
        <a:p>
          <a:pPr>
            <a:defRPr cap="all"/>
          </a:pPr>
          <a:r>
            <a:rPr lang="en-US"/>
            <a:t>Severe imbalance: 94.2% No, 5.8% Yes</a:t>
          </a:r>
        </a:p>
      </dgm:t>
    </dgm:pt>
    <dgm:pt modelId="{DC832213-6E23-412A-88B4-FB46B8A2CD28}" type="parTrans" cxnId="{519DF05F-3FAB-40F8-9503-76BED5AE4F93}">
      <dgm:prSet/>
      <dgm:spPr/>
      <dgm:t>
        <a:bodyPr/>
        <a:lstStyle/>
        <a:p>
          <a:endParaRPr lang="en-US"/>
        </a:p>
      </dgm:t>
    </dgm:pt>
    <dgm:pt modelId="{ADC3289B-E7F0-4574-8DB2-7C89C2215688}" type="sibTrans" cxnId="{519DF05F-3FAB-40F8-9503-76BED5AE4F93}">
      <dgm:prSet/>
      <dgm:spPr/>
      <dgm:t>
        <a:bodyPr/>
        <a:lstStyle/>
        <a:p>
          <a:endParaRPr lang="en-US"/>
        </a:p>
      </dgm:t>
    </dgm:pt>
    <dgm:pt modelId="{3882CF72-CF82-4160-8828-D4CDBB4726CE}" type="pres">
      <dgm:prSet presAssocID="{69E6C2B7-A3A8-4C5F-9DCE-833D800FCE8C}" presName="root" presStyleCnt="0">
        <dgm:presLayoutVars>
          <dgm:dir/>
          <dgm:resizeHandles val="exact"/>
        </dgm:presLayoutVars>
      </dgm:prSet>
      <dgm:spPr/>
    </dgm:pt>
    <dgm:pt modelId="{6926F762-DAAF-4D36-B105-D666FBB7F189}" type="pres">
      <dgm:prSet presAssocID="{882AA332-92DC-411A-8967-C19BD9EA2E96}" presName="compNode" presStyleCnt="0"/>
      <dgm:spPr/>
    </dgm:pt>
    <dgm:pt modelId="{E54E2AA0-4FE9-4E88-82BE-18D7EA95C4E0}" type="pres">
      <dgm:prSet presAssocID="{882AA332-92DC-411A-8967-C19BD9EA2E96}" presName="iconBgRect" presStyleLbl="bgShp" presStyleIdx="0" presStyleCnt="3"/>
      <dgm:spPr/>
    </dgm:pt>
    <dgm:pt modelId="{8AED8549-961F-411F-83A3-56E3EACC7426}" type="pres">
      <dgm:prSet presAssocID="{882AA332-92DC-411A-8967-C19BD9EA2E9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0F60C6E3-CA59-4970-A338-345E83335C6C}" type="pres">
      <dgm:prSet presAssocID="{882AA332-92DC-411A-8967-C19BD9EA2E96}" presName="spaceRect" presStyleCnt="0"/>
      <dgm:spPr/>
    </dgm:pt>
    <dgm:pt modelId="{F138C06F-5A0D-4758-A126-93B1077B1834}" type="pres">
      <dgm:prSet presAssocID="{882AA332-92DC-411A-8967-C19BD9EA2E96}" presName="textRect" presStyleLbl="revTx" presStyleIdx="0" presStyleCnt="3">
        <dgm:presLayoutVars>
          <dgm:chMax val="1"/>
          <dgm:chPref val="1"/>
        </dgm:presLayoutVars>
      </dgm:prSet>
      <dgm:spPr/>
    </dgm:pt>
    <dgm:pt modelId="{ECC2D75E-F176-4047-B1B3-2AC229485C9F}" type="pres">
      <dgm:prSet presAssocID="{DBA49ECD-1D90-4582-930D-DE236E320238}" presName="sibTrans" presStyleCnt="0"/>
      <dgm:spPr/>
    </dgm:pt>
    <dgm:pt modelId="{0C43B850-0202-424E-A8C4-DCE21D41BC09}" type="pres">
      <dgm:prSet presAssocID="{F783B1BB-ED16-4C4C-9719-9E34CCCABD48}" presName="compNode" presStyleCnt="0"/>
      <dgm:spPr/>
    </dgm:pt>
    <dgm:pt modelId="{A49D7268-107F-4A82-88AD-21C9A02B2751}" type="pres">
      <dgm:prSet presAssocID="{F783B1BB-ED16-4C4C-9719-9E34CCCABD48}" presName="iconBgRect" presStyleLbl="bgShp" presStyleIdx="1" presStyleCnt="3"/>
      <dgm:spPr/>
    </dgm:pt>
    <dgm:pt modelId="{F7A50899-A74A-4644-84FF-65C2F1583E0B}" type="pres">
      <dgm:prSet presAssocID="{F783B1BB-ED16-4C4C-9719-9E34CCCABD4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76FCE2DC-0FE1-4362-90D4-6A4257180F6E}" type="pres">
      <dgm:prSet presAssocID="{F783B1BB-ED16-4C4C-9719-9E34CCCABD48}" presName="spaceRect" presStyleCnt="0"/>
      <dgm:spPr/>
    </dgm:pt>
    <dgm:pt modelId="{62041DF0-B50E-46C3-B8C3-42FAF3D633AE}" type="pres">
      <dgm:prSet presAssocID="{F783B1BB-ED16-4C4C-9719-9E34CCCABD48}" presName="textRect" presStyleLbl="revTx" presStyleIdx="1" presStyleCnt="3">
        <dgm:presLayoutVars>
          <dgm:chMax val="1"/>
          <dgm:chPref val="1"/>
        </dgm:presLayoutVars>
      </dgm:prSet>
      <dgm:spPr/>
    </dgm:pt>
    <dgm:pt modelId="{9FD73293-5342-4C90-8098-5307446617B4}" type="pres">
      <dgm:prSet presAssocID="{6AF0A23F-BD3E-4315-B1F7-61AE1E57C935}" presName="sibTrans" presStyleCnt="0"/>
      <dgm:spPr/>
    </dgm:pt>
    <dgm:pt modelId="{A0DEE896-78B4-4FA9-8303-4920810C3E63}" type="pres">
      <dgm:prSet presAssocID="{6BC09A08-11EB-4A37-B214-A30EFB3F4342}" presName="compNode" presStyleCnt="0"/>
      <dgm:spPr/>
    </dgm:pt>
    <dgm:pt modelId="{1D780286-759E-4F40-B154-CE744E514C89}" type="pres">
      <dgm:prSet presAssocID="{6BC09A08-11EB-4A37-B214-A30EFB3F4342}" presName="iconBgRect" presStyleLbl="bgShp" presStyleIdx="2" presStyleCnt="3"/>
      <dgm:spPr/>
    </dgm:pt>
    <dgm:pt modelId="{5801FA19-24C4-4DB4-9E9B-86E0C90E6FE7}" type="pres">
      <dgm:prSet presAssocID="{6BC09A08-11EB-4A37-B214-A30EFB3F434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dney"/>
        </a:ext>
      </dgm:extLst>
    </dgm:pt>
    <dgm:pt modelId="{C611F0C1-DDFE-4E58-8A53-E07AA6E1FD27}" type="pres">
      <dgm:prSet presAssocID="{6BC09A08-11EB-4A37-B214-A30EFB3F4342}" presName="spaceRect" presStyleCnt="0"/>
      <dgm:spPr/>
    </dgm:pt>
    <dgm:pt modelId="{F46362C1-B328-4A85-88CE-0284B2C85A71}" type="pres">
      <dgm:prSet presAssocID="{6BC09A08-11EB-4A37-B214-A30EFB3F434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E3DBD40-4856-4514-BA02-DCD574FDC1EE}" type="presOf" srcId="{882AA332-92DC-411A-8967-C19BD9EA2E96}" destId="{F138C06F-5A0D-4758-A126-93B1077B1834}" srcOrd="0" destOrd="0" presId="urn:microsoft.com/office/officeart/2018/5/layout/IconCircleLabelList"/>
    <dgm:cxn modelId="{519DF05F-3FAB-40F8-9503-76BED5AE4F93}" srcId="{69E6C2B7-A3A8-4C5F-9DCE-833D800FCE8C}" destId="{6BC09A08-11EB-4A37-B214-A30EFB3F4342}" srcOrd="2" destOrd="0" parTransId="{DC832213-6E23-412A-88B4-FB46B8A2CD28}" sibTransId="{ADC3289B-E7F0-4574-8DB2-7C89C2215688}"/>
    <dgm:cxn modelId="{30563845-2244-4106-85A0-4074C2086CDF}" type="presOf" srcId="{F783B1BB-ED16-4C4C-9719-9E34CCCABD48}" destId="{62041DF0-B50E-46C3-B8C3-42FAF3D633AE}" srcOrd="0" destOrd="0" presId="urn:microsoft.com/office/officeart/2018/5/layout/IconCircleLabelList"/>
    <dgm:cxn modelId="{6AC51675-D5A7-4599-A942-A9CB644A5953}" srcId="{69E6C2B7-A3A8-4C5F-9DCE-833D800FCE8C}" destId="{F783B1BB-ED16-4C4C-9719-9E34CCCABD48}" srcOrd="1" destOrd="0" parTransId="{87625E34-0F01-4106-839C-84FB3C0FA79B}" sibTransId="{6AF0A23F-BD3E-4315-B1F7-61AE1E57C935}"/>
    <dgm:cxn modelId="{1BCC2B95-79E2-47CC-91B8-DFCA188AFCBE}" type="presOf" srcId="{69E6C2B7-A3A8-4C5F-9DCE-833D800FCE8C}" destId="{3882CF72-CF82-4160-8828-D4CDBB4726CE}" srcOrd="0" destOrd="0" presId="urn:microsoft.com/office/officeart/2018/5/layout/IconCircleLabelList"/>
    <dgm:cxn modelId="{3D4F4CB5-D156-455C-BCF0-4DF8D87C8D40}" type="presOf" srcId="{6BC09A08-11EB-4A37-B214-A30EFB3F4342}" destId="{F46362C1-B328-4A85-88CE-0284B2C85A71}" srcOrd="0" destOrd="0" presId="urn:microsoft.com/office/officeart/2018/5/layout/IconCircleLabelList"/>
    <dgm:cxn modelId="{3A2F68F0-26A4-4CC2-95CA-D48707B38349}" srcId="{69E6C2B7-A3A8-4C5F-9DCE-833D800FCE8C}" destId="{882AA332-92DC-411A-8967-C19BD9EA2E96}" srcOrd="0" destOrd="0" parTransId="{73810BF5-AD7D-48D9-AC7A-041568F9891A}" sibTransId="{DBA49ECD-1D90-4582-930D-DE236E320238}"/>
    <dgm:cxn modelId="{B4CB8E15-F774-4CBC-9E2B-892831E0CEAB}" type="presParOf" srcId="{3882CF72-CF82-4160-8828-D4CDBB4726CE}" destId="{6926F762-DAAF-4D36-B105-D666FBB7F189}" srcOrd="0" destOrd="0" presId="urn:microsoft.com/office/officeart/2018/5/layout/IconCircleLabelList"/>
    <dgm:cxn modelId="{BA261EA3-998D-413C-BA34-071DBE200DE3}" type="presParOf" srcId="{6926F762-DAAF-4D36-B105-D666FBB7F189}" destId="{E54E2AA0-4FE9-4E88-82BE-18D7EA95C4E0}" srcOrd="0" destOrd="0" presId="urn:microsoft.com/office/officeart/2018/5/layout/IconCircleLabelList"/>
    <dgm:cxn modelId="{2E4AD633-A5B8-4D36-8422-A920AD63F8C5}" type="presParOf" srcId="{6926F762-DAAF-4D36-B105-D666FBB7F189}" destId="{8AED8549-961F-411F-83A3-56E3EACC7426}" srcOrd="1" destOrd="0" presId="urn:microsoft.com/office/officeart/2018/5/layout/IconCircleLabelList"/>
    <dgm:cxn modelId="{F0579D60-EFBC-487F-832D-669A5D40E607}" type="presParOf" srcId="{6926F762-DAAF-4D36-B105-D666FBB7F189}" destId="{0F60C6E3-CA59-4970-A338-345E83335C6C}" srcOrd="2" destOrd="0" presId="urn:microsoft.com/office/officeart/2018/5/layout/IconCircleLabelList"/>
    <dgm:cxn modelId="{43D73BFC-37EF-4010-9406-CF7C5C803796}" type="presParOf" srcId="{6926F762-DAAF-4D36-B105-D666FBB7F189}" destId="{F138C06F-5A0D-4758-A126-93B1077B1834}" srcOrd="3" destOrd="0" presId="urn:microsoft.com/office/officeart/2018/5/layout/IconCircleLabelList"/>
    <dgm:cxn modelId="{879EE2ED-70D0-4509-823D-47E139775031}" type="presParOf" srcId="{3882CF72-CF82-4160-8828-D4CDBB4726CE}" destId="{ECC2D75E-F176-4047-B1B3-2AC229485C9F}" srcOrd="1" destOrd="0" presId="urn:microsoft.com/office/officeart/2018/5/layout/IconCircleLabelList"/>
    <dgm:cxn modelId="{117CC108-180A-4965-87E8-7F775E3D10C5}" type="presParOf" srcId="{3882CF72-CF82-4160-8828-D4CDBB4726CE}" destId="{0C43B850-0202-424E-A8C4-DCE21D41BC09}" srcOrd="2" destOrd="0" presId="urn:microsoft.com/office/officeart/2018/5/layout/IconCircleLabelList"/>
    <dgm:cxn modelId="{B8774039-0289-42CE-8033-9578B8313870}" type="presParOf" srcId="{0C43B850-0202-424E-A8C4-DCE21D41BC09}" destId="{A49D7268-107F-4A82-88AD-21C9A02B2751}" srcOrd="0" destOrd="0" presId="urn:microsoft.com/office/officeart/2018/5/layout/IconCircleLabelList"/>
    <dgm:cxn modelId="{E51929FF-8D06-485B-8FB3-DC327433EB37}" type="presParOf" srcId="{0C43B850-0202-424E-A8C4-DCE21D41BC09}" destId="{F7A50899-A74A-4644-84FF-65C2F1583E0B}" srcOrd="1" destOrd="0" presId="urn:microsoft.com/office/officeart/2018/5/layout/IconCircleLabelList"/>
    <dgm:cxn modelId="{765ADF24-0AB4-4DEA-AABA-716C72E77832}" type="presParOf" srcId="{0C43B850-0202-424E-A8C4-DCE21D41BC09}" destId="{76FCE2DC-0FE1-4362-90D4-6A4257180F6E}" srcOrd="2" destOrd="0" presId="urn:microsoft.com/office/officeart/2018/5/layout/IconCircleLabelList"/>
    <dgm:cxn modelId="{449C181F-35D0-4B43-B4C9-094AAF8BE2B3}" type="presParOf" srcId="{0C43B850-0202-424E-A8C4-DCE21D41BC09}" destId="{62041DF0-B50E-46C3-B8C3-42FAF3D633AE}" srcOrd="3" destOrd="0" presId="urn:microsoft.com/office/officeart/2018/5/layout/IconCircleLabelList"/>
    <dgm:cxn modelId="{7545AA39-AE7C-48DA-B70E-2194443188E0}" type="presParOf" srcId="{3882CF72-CF82-4160-8828-D4CDBB4726CE}" destId="{9FD73293-5342-4C90-8098-5307446617B4}" srcOrd="3" destOrd="0" presId="urn:microsoft.com/office/officeart/2018/5/layout/IconCircleLabelList"/>
    <dgm:cxn modelId="{C47CF865-924A-4E54-A1BB-18F28CD67040}" type="presParOf" srcId="{3882CF72-CF82-4160-8828-D4CDBB4726CE}" destId="{A0DEE896-78B4-4FA9-8303-4920810C3E63}" srcOrd="4" destOrd="0" presId="urn:microsoft.com/office/officeart/2018/5/layout/IconCircleLabelList"/>
    <dgm:cxn modelId="{7C0D9488-1F71-4732-B59D-92F4EA062EBA}" type="presParOf" srcId="{A0DEE896-78B4-4FA9-8303-4920810C3E63}" destId="{1D780286-759E-4F40-B154-CE744E514C89}" srcOrd="0" destOrd="0" presId="urn:microsoft.com/office/officeart/2018/5/layout/IconCircleLabelList"/>
    <dgm:cxn modelId="{D9AC3FF5-933F-4A8D-A81C-404A7FD2E985}" type="presParOf" srcId="{A0DEE896-78B4-4FA9-8303-4920810C3E63}" destId="{5801FA19-24C4-4DB4-9E9B-86E0C90E6FE7}" srcOrd="1" destOrd="0" presId="urn:microsoft.com/office/officeart/2018/5/layout/IconCircleLabelList"/>
    <dgm:cxn modelId="{3BFD7A89-06E8-4965-BDF4-6E839ECA6024}" type="presParOf" srcId="{A0DEE896-78B4-4FA9-8303-4920810C3E63}" destId="{C611F0C1-DDFE-4E58-8A53-E07AA6E1FD27}" srcOrd="2" destOrd="0" presId="urn:microsoft.com/office/officeart/2018/5/layout/IconCircleLabelList"/>
    <dgm:cxn modelId="{DCFA061C-7E63-41C6-BAE8-63785483AE6F}" type="presParOf" srcId="{A0DEE896-78B4-4FA9-8303-4920810C3E63}" destId="{F46362C1-B328-4A85-88CE-0284B2C85A7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694E7BE-43E5-432C-ABA7-0F8EF32CF573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69A90BA-1B07-4024-BEA2-F1E9813C58C6}">
      <dgm:prSet/>
      <dgm:spPr/>
      <dgm:t>
        <a:bodyPr/>
        <a:lstStyle/>
        <a:p>
          <a:r>
            <a:rPr lang="en-US" dirty="0"/>
            <a:t>Class imbalance</a:t>
          </a:r>
        </a:p>
      </dgm:t>
    </dgm:pt>
    <dgm:pt modelId="{79E99344-8200-42A1-BC7A-A6BBCBF45C0E}" type="parTrans" cxnId="{1DE52755-DE72-4C9A-965D-C9008F838EA0}">
      <dgm:prSet/>
      <dgm:spPr/>
      <dgm:t>
        <a:bodyPr/>
        <a:lstStyle/>
        <a:p>
          <a:endParaRPr lang="en-US"/>
        </a:p>
      </dgm:t>
    </dgm:pt>
    <dgm:pt modelId="{C9731C6B-0C7E-402C-99A2-D12CE970FBF6}" type="sibTrans" cxnId="{1DE52755-DE72-4C9A-965D-C9008F838EA0}">
      <dgm:prSet/>
      <dgm:spPr/>
      <dgm:t>
        <a:bodyPr/>
        <a:lstStyle/>
        <a:p>
          <a:endParaRPr lang="en-US"/>
        </a:p>
      </dgm:t>
    </dgm:pt>
    <dgm:pt modelId="{6FDA3220-F9F4-4548-9966-97F576B1A49F}">
      <dgm:prSet/>
      <dgm:spPr/>
      <dgm:t>
        <a:bodyPr/>
        <a:lstStyle/>
        <a:p>
          <a:r>
            <a:rPr lang="en-US"/>
            <a:t>Missing values</a:t>
          </a:r>
        </a:p>
      </dgm:t>
    </dgm:pt>
    <dgm:pt modelId="{8391B369-57E0-424C-B550-4A9A34416B4F}" type="parTrans" cxnId="{D6088DA7-4D52-4E64-96A6-34210F07A01E}">
      <dgm:prSet/>
      <dgm:spPr/>
      <dgm:t>
        <a:bodyPr/>
        <a:lstStyle/>
        <a:p>
          <a:endParaRPr lang="en-US"/>
        </a:p>
      </dgm:t>
    </dgm:pt>
    <dgm:pt modelId="{20C51822-8BD3-46BC-B172-B61CDED36ADF}" type="sibTrans" cxnId="{D6088DA7-4D52-4E64-96A6-34210F07A01E}">
      <dgm:prSet/>
      <dgm:spPr/>
      <dgm:t>
        <a:bodyPr/>
        <a:lstStyle/>
        <a:p>
          <a:endParaRPr lang="en-US"/>
        </a:p>
      </dgm:t>
    </dgm:pt>
    <dgm:pt modelId="{C872AEB4-A12C-4F8C-9A60-D9282F2E6131}">
      <dgm:prSet/>
      <dgm:spPr/>
      <dgm:t>
        <a:bodyPr/>
        <a:lstStyle/>
        <a:p>
          <a:r>
            <a:rPr lang="en-US"/>
            <a:t>Weak feature correlation</a:t>
          </a:r>
        </a:p>
      </dgm:t>
    </dgm:pt>
    <dgm:pt modelId="{59C8997A-3C5B-48C0-83DB-AFAC1BA4D08C}" type="parTrans" cxnId="{E068DB68-E19D-4EE3-A89C-88CF0DB74B58}">
      <dgm:prSet/>
      <dgm:spPr/>
      <dgm:t>
        <a:bodyPr/>
        <a:lstStyle/>
        <a:p>
          <a:endParaRPr lang="en-US"/>
        </a:p>
      </dgm:t>
    </dgm:pt>
    <dgm:pt modelId="{9EE5F524-954F-455E-A683-AD0C2756CDB0}" type="sibTrans" cxnId="{E068DB68-E19D-4EE3-A89C-88CF0DB74B58}">
      <dgm:prSet/>
      <dgm:spPr/>
      <dgm:t>
        <a:bodyPr/>
        <a:lstStyle/>
        <a:p>
          <a:endParaRPr lang="en-US"/>
        </a:p>
      </dgm:t>
    </dgm:pt>
    <dgm:pt modelId="{7059E1C5-5C7C-4CB8-BDAC-8C3913BFA97E}">
      <dgm:prSet/>
      <dgm:spPr/>
      <dgm:t>
        <a:bodyPr/>
        <a:lstStyle/>
        <a:p>
          <a:r>
            <a:rPr lang="en-US"/>
            <a:t>Complex patterns</a:t>
          </a:r>
        </a:p>
      </dgm:t>
    </dgm:pt>
    <dgm:pt modelId="{64AF5BE5-9DD0-4998-B7C8-B015372C80CC}" type="parTrans" cxnId="{258FC25F-3B3D-40BD-9B18-BB4E782678C1}">
      <dgm:prSet/>
      <dgm:spPr/>
      <dgm:t>
        <a:bodyPr/>
        <a:lstStyle/>
        <a:p>
          <a:endParaRPr lang="en-US"/>
        </a:p>
      </dgm:t>
    </dgm:pt>
    <dgm:pt modelId="{2AFA3DF0-3493-4DF2-9788-B3A22C93B3A9}" type="sibTrans" cxnId="{258FC25F-3B3D-40BD-9B18-BB4E782678C1}">
      <dgm:prSet/>
      <dgm:spPr/>
      <dgm:t>
        <a:bodyPr/>
        <a:lstStyle/>
        <a:p>
          <a:endParaRPr lang="en-US"/>
        </a:p>
      </dgm:t>
    </dgm:pt>
    <dgm:pt modelId="{4E995896-50FC-4C3D-B0F4-62A529D33C9C}" type="pres">
      <dgm:prSet presAssocID="{4694E7BE-43E5-432C-ABA7-0F8EF32CF573}" presName="linear" presStyleCnt="0">
        <dgm:presLayoutVars>
          <dgm:dir/>
          <dgm:animLvl val="lvl"/>
          <dgm:resizeHandles val="exact"/>
        </dgm:presLayoutVars>
      </dgm:prSet>
      <dgm:spPr/>
    </dgm:pt>
    <dgm:pt modelId="{DC5ECA2F-CE71-4D0D-97AD-75C61A2335EF}" type="pres">
      <dgm:prSet presAssocID="{C69A90BA-1B07-4024-BEA2-F1E9813C58C6}" presName="parentLin" presStyleCnt="0"/>
      <dgm:spPr/>
    </dgm:pt>
    <dgm:pt modelId="{53F6C2E9-F2C6-4997-B566-71878E670C2A}" type="pres">
      <dgm:prSet presAssocID="{C69A90BA-1B07-4024-BEA2-F1E9813C58C6}" presName="parentLeftMargin" presStyleLbl="node1" presStyleIdx="0" presStyleCnt="4"/>
      <dgm:spPr/>
    </dgm:pt>
    <dgm:pt modelId="{84D13099-AAA8-4FC0-A234-DC69AF228881}" type="pres">
      <dgm:prSet presAssocID="{C69A90BA-1B07-4024-BEA2-F1E9813C58C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02AA4B0-D022-4C85-AD5F-512E87497F3C}" type="pres">
      <dgm:prSet presAssocID="{C69A90BA-1B07-4024-BEA2-F1E9813C58C6}" presName="negativeSpace" presStyleCnt="0"/>
      <dgm:spPr/>
    </dgm:pt>
    <dgm:pt modelId="{70E257DA-7555-4067-B50F-F01B3CAEB4DD}" type="pres">
      <dgm:prSet presAssocID="{C69A90BA-1B07-4024-BEA2-F1E9813C58C6}" presName="childText" presStyleLbl="conFgAcc1" presStyleIdx="0" presStyleCnt="4">
        <dgm:presLayoutVars>
          <dgm:bulletEnabled val="1"/>
        </dgm:presLayoutVars>
      </dgm:prSet>
      <dgm:spPr/>
    </dgm:pt>
    <dgm:pt modelId="{6EA40B4C-14AB-4660-90F6-213B82847E62}" type="pres">
      <dgm:prSet presAssocID="{C9731C6B-0C7E-402C-99A2-D12CE970FBF6}" presName="spaceBetweenRectangles" presStyleCnt="0"/>
      <dgm:spPr/>
    </dgm:pt>
    <dgm:pt modelId="{ACE29C98-1AC7-464F-AEAD-36DEC21B8E20}" type="pres">
      <dgm:prSet presAssocID="{6FDA3220-F9F4-4548-9966-97F576B1A49F}" presName="parentLin" presStyleCnt="0"/>
      <dgm:spPr/>
    </dgm:pt>
    <dgm:pt modelId="{B21C494D-2AEE-4D82-927D-7A49ADE53705}" type="pres">
      <dgm:prSet presAssocID="{6FDA3220-F9F4-4548-9966-97F576B1A49F}" presName="parentLeftMargin" presStyleLbl="node1" presStyleIdx="0" presStyleCnt="4"/>
      <dgm:spPr/>
    </dgm:pt>
    <dgm:pt modelId="{4ACF59C1-8858-4DB6-98F8-9269A18D2F73}" type="pres">
      <dgm:prSet presAssocID="{6FDA3220-F9F4-4548-9966-97F576B1A49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7D26508-136B-4EBD-9474-06662AF56A0B}" type="pres">
      <dgm:prSet presAssocID="{6FDA3220-F9F4-4548-9966-97F576B1A49F}" presName="negativeSpace" presStyleCnt="0"/>
      <dgm:spPr/>
    </dgm:pt>
    <dgm:pt modelId="{5FCA5BE1-CC84-419B-9CBF-C08702A29843}" type="pres">
      <dgm:prSet presAssocID="{6FDA3220-F9F4-4548-9966-97F576B1A49F}" presName="childText" presStyleLbl="conFgAcc1" presStyleIdx="1" presStyleCnt="4">
        <dgm:presLayoutVars>
          <dgm:bulletEnabled val="1"/>
        </dgm:presLayoutVars>
      </dgm:prSet>
      <dgm:spPr/>
    </dgm:pt>
    <dgm:pt modelId="{28CECFDE-917E-4F73-AA65-CF21D8235B21}" type="pres">
      <dgm:prSet presAssocID="{20C51822-8BD3-46BC-B172-B61CDED36ADF}" presName="spaceBetweenRectangles" presStyleCnt="0"/>
      <dgm:spPr/>
    </dgm:pt>
    <dgm:pt modelId="{F0A37F25-0D1C-4F97-AA73-2B00E8378D50}" type="pres">
      <dgm:prSet presAssocID="{C872AEB4-A12C-4F8C-9A60-D9282F2E6131}" presName="parentLin" presStyleCnt="0"/>
      <dgm:spPr/>
    </dgm:pt>
    <dgm:pt modelId="{7547F6A9-14B6-4353-8B1C-DBE51AE6D54D}" type="pres">
      <dgm:prSet presAssocID="{C872AEB4-A12C-4F8C-9A60-D9282F2E6131}" presName="parentLeftMargin" presStyleLbl="node1" presStyleIdx="1" presStyleCnt="4"/>
      <dgm:spPr/>
    </dgm:pt>
    <dgm:pt modelId="{DB8B6263-E4F3-499F-A028-1FFC41D4E046}" type="pres">
      <dgm:prSet presAssocID="{C872AEB4-A12C-4F8C-9A60-D9282F2E613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E05DE28-1482-4ACA-A78D-4567668E1851}" type="pres">
      <dgm:prSet presAssocID="{C872AEB4-A12C-4F8C-9A60-D9282F2E6131}" presName="negativeSpace" presStyleCnt="0"/>
      <dgm:spPr/>
    </dgm:pt>
    <dgm:pt modelId="{A5A9D8A8-59D4-44FC-9CB8-CD4C2741E590}" type="pres">
      <dgm:prSet presAssocID="{C872AEB4-A12C-4F8C-9A60-D9282F2E6131}" presName="childText" presStyleLbl="conFgAcc1" presStyleIdx="2" presStyleCnt="4">
        <dgm:presLayoutVars>
          <dgm:bulletEnabled val="1"/>
        </dgm:presLayoutVars>
      </dgm:prSet>
      <dgm:spPr/>
    </dgm:pt>
    <dgm:pt modelId="{5AEE3582-EDD4-4122-81F0-7D42784E4CB7}" type="pres">
      <dgm:prSet presAssocID="{9EE5F524-954F-455E-A683-AD0C2756CDB0}" presName="spaceBetweenRectangles" presStyleCnt="0"/>
      <dgm:spPr/>
    </dgm:pt>
    <dgm:pt modelId="{FE99C648-05AF-40EF-9966-70D7F9406867}" type="pres">
      <dgm:prSet presAssocID="{7059E1C5-5C7C-4CB8-BDAC-8C3913BFA97E}" presName="parentLin" presStyleCnt="0"/>
      <dgm:spPr/>
    </dgm:pt>
    <dgm:pt modelId="{89BD6ED5-E0EF-4827-B9AB-242A790DF141}" type="pres">
      <dgm:prSet presAssocID="{7059E1C5-5C7C-4CB8-BDAC-8C3913BFA97E}" presName="parentLeftMargin" presStyleLbl="node1" presStyleIdx="2" presStyleCnt="4"/>
      <dgm:spPr/>
    </dgm:pt>
    <dgm:pt modelId="{0C122E52-F698-40D1-B184-BDDD4B067D56}" type="pres">
      <dgm:prSet presAssocID="{7059E1C5-5C7C-4CB8-BDAC-8C3913BFA97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8501F6F-386B-477B-A6F7-501CCEF5F376}" type="pres">
      <dgm:prSet presAssocID="{7059E1C5-5C7C-4CB8-BDAC-8C3913BFA97E}" presName="negativeSpace" presStyleCnt="0"/>
      <dgm:spPr/>
    </dgm:pt>
    <dgm:pt modelId="{C7F23C08-EF96-489C-963F-A8564C7260AB}" type="pres">
      <dgm:prSet presAssocID="{7059E1C5-5C7C-4CB8-BDAC-8C3913BFA97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31F68F1E-F8DC-4116-A66A-7CB843F23C52}" type="presOf" srcId="{C69A90BA-1B07-4024-BEA2-F1E9813C58C6}" destId="{84D13099-AAA8-4FC0-A234-DC69AF228881}" srcOrd="1" destOrd="0" presId="urn:microsoft.com/office/officeart/2005/8/layout/list1"/>
    <dgm:cxn modelId="{258FC25F-3B3D-40BD-9B18-BB4E782678C1}" srcId="{4694E7BE-43E5-432C-ABA7-0F8EF32CF573}" destId="{7059E1C5-5C7C-4CB8-BDAC-8C3913BFA97E}" srcOrd="3" destOrd="0" parTransId="{64AF5BE5-9DD0-4998-B7C8-B015372C80CC}" sibTransId="{2AFA3DF0-3493-4DF2-9788-B3A22C93B3A9}"/>
    <dgm:cxn modelId="{23035067-4082-4B49-A449-1039CD7C12F3}" type="presOf" srcId="{6FDA3220-F9F4-4548-9966-97F576B1A49F}" destId="{4ACF59C1-8858-4DB6-98F8-9269A18D2F73}" srcOrd="1" destOrd="0" presId="urn:microsoft.com/office/officeart/2005/8/layout/list1"/>
    <dgm:cxn modelId="{E068DB68-E19D-4EE3-A89C-88CF0DB74B58}" srcId="{4694E7BE-43E5-432C-ABA7-0F8EF32CF573}" destId="{C872AEB4-A12C-4F8C-9A60-D9282F2E6131}" srcOrd="2" destOrd="0" parTransId="{59C8997A-3C5B-48C0-83DB-AFAC1BA4D08C}" sibTransId="{9EE5F524-954F-455E-A683-AD0C2756CDB0}"/>
    <dgm:cxn modelId="{61C04373-554E-4B7F-80EF-F9CEC58C81CE}" type="presOf" srcId="{6FDA3220-F9F4-4548-9966-97F576B1A49F}" destId="{B21C494D-2AEE-4D82-927D-7A49ADE53705}" srcOrd="0" destOrd="0" presId="urn:microsoft.com/office/officeart/2005/8/layout/list1"/>
    <dgm:cxn modelId="{21194374-CA7D-45B5-B7C8-067F4BE864CC}" type="presOf" srcId="{C872AEB4-A12C-4F8C-9A60-D9282F2E6131}" destId="{7547F6A9-14B6-4353-8B1C-DBE51AE6D54D}" srcOrd="0" destOrd="0" presId="urn:microsoft.com/office/officeart/2005/8/layout/list1"/>
    <dgm:cxn modelId="{1DE52755-DE72-4C9A-965D-C9008F838EA0}" srcId="{4694E7BE-43E5-432C-ABA7-0F8EF32CF573}" destId="{C69A90BA-1B07-4024-BEA2-F1E9813C58C6}" srcOrd="0" destOrd="0" parTransId="{79E99344-8200-42A1-BC7A-A6BBCBF45C0E}" sibTransId="{C9731C6B-0C7E-402C-99A2-D12CE970FBF6}"/>
    <dgm:cxn modelId="{164AF955-599F-49C9-9E36-86035132DD02}" type="presOf" srcId="{4694E7BE-43E5-432C-ABA7-0F8EF32CF573}" destId="{4E995896-50FC-4C3D-B0F4-62A529D33C9C}" srcOrd="0" destOrd="0" presId="urn:microsoft.com/office/officeart/2005/8/layout/list1"/>
    <dgm:cxn modelId="{8F56B583-4BE5-45A7-A462-2D293742E94D}" type="presOf" srcId="{7059E1C5-5C7C-4CB8-BDAC-8C3913BFA97E}" destId="{0C122E52-F698-40D1-B184-BDDD4B067D56}" srcOrd="1" destOrd="0" presId="urn:microsoft.com/office/officeart/2005/8/layout/list1"/>
    <dgm:cxn modelId="{95DE9F95-7D58-45C3-AABF-F561AEAA6D5F}" type="presOf" srcId="{7059E1C5-5C7C-4CB8-BDAC-8C3913BFA97E}" destId="{89BD6ED5-E0EF-4827-B9AB-242A790DF141}" srcOrd="0" destOrd="0" presId="urn:microsoft.com/office/officeart/2005/8/layout/list1"/>
    <dgm:cxn modelId="{D6088DA7-4D52-4E64-96A6-34210F07A01E}" srcId="{4694E7BE-43E5-432C-ABA7-0F8EF32CF573}" destId="{6FDA3220-F9F4-4548-9966-97F576B1A49F}" srcOrd="1" destOrd="0" parTransId="{8391B369-57E0-424C-B550-4A9A34416B4F}" sibTransId="{20C51822-8BD3-46BC-B172-B61CDED36ADF}"/>
    <dgm:cxn modelId="{FC347AD3-FBA5-45DE-80FF-DFEFBC935741}" type="presOf" srcId="{C872AEB4-A12C-4F8C-9A60-D9282F2E6131}" destId="{DB8B6263-E4F3-499F-A028-1FFC41D4E046}" srcOrd="1" destOrd="0" presId="urn:microsoft.com/office/officeart/2005/8/layout/list1"/>
    <dgm:cxn modelId="{BA8DA2D4-B94D-40A9-8A61-6B902ADDA397}" type="presOf" srcId="{C69A90BA-1B07-4024-BEA2-F1E9813C58C6}" destId="{53F6C2E9-F2C6-4997-B566-71878E670C2A}" srcOrd="0" destOrd="0" presId="urn:microsoft.com/office/officeart/2005/8/layout/list1"/>
    <dgm:cxn modelId="{4ECFA33F-196B-4395-BF1E-184EE1FAC211}" type="presParOf" srcId="{4E995896-50FC-4C3D-B0F4-62A529D33C9C}" destId="{DC5ECA2F-CE71-4D0D-97AD-75C61A2335EF}" srcOrd="0" destOrd="0" presId="urn:microsoft.com/office/officeart/2005/8/layout/list1"/>
    <dgm:cxn modelId="{BD528B66-1CF0-4959-A967-31BB66071478}" type="presParOf" srcId="{DC5ECA2F-CE71-4D0D-97AD-75C61A2335EF}" destId="{53F6C2E9-F2C6-4997-B566-71878E670C2A}" srcOrd="0" destOrd="0" presId="urn:microsoft.com/office/officeart/2005/8/layout/list1"/>
    <dgm:cxn modelId="{2DB27EEF-388A-4015-B7D1-6E8846C9C2A0}" type="presParOf" srcId="{DC5ECA2F-CE71-4D0D-97AD-75C61A2335EF}" destId="{84D13099-AAA8-4FC0-A234-DC69AF228881}" srcOrd="1" destOrd="0" presId="urn:microsoft.com/office/officeart/2005/8/layout/list1"/>
    <dgm:cxn modelId="{B662E8D0-1646-4D6A-B140-28D4C46A05DA}" type="presParOf" srcId="{4E995896-50FC-4C3D-B0F4-62A529D33C9C}" destId="{602AA4B0-D022-4C85-AD5F-512E87497F3C}" srcOrd="1" destOrd="0" presId="urn:microsoft.com/office/officeart/2005/8/layout/list1"/>
    <dgm:cxn modelId="{1AB4E95C-5DEE-49B6-825E-41D6E3C5FEA6}" type="presParOf" srcId="{4E995896-50FC-4C3D-B0F4-62A529D33C9C}" destId="{70E257DA-7555-4067-B50F-F01B3CAEB4DD}" srcOrd="2" destOrd="0" presId="urn:microsoft.com/office/officeart/2005/8/layout/list1"/>
    <dgm:cxn modelId="{6000AF4C-7DD9-4DD6-86A8-B9849DBB2845}" type="presParOf" srcId="{4E995896-50FC-4C3D-B0F4-62A529D33C9C}" destId="{6EA40B4C-14AB-4660-90F6-213B82847E62}" srcOrd="3" destOrd="0" presId="urn:microsoft.com/office/officeart/2005/8/layout/list1"/>
    <dgm:cxn modelId="{4ACAFD53-2EE5-4A9A-9B37-0EDAD99039ED}" type="presParOf" srcId="{4E995896-50FC-4C3D-B0F4-62A529D33C9C}" destId="{ACE29C98-1AC7-464F-AEAD-36DEC21B8E20}" srcOrd="4" destOrd="0" presId="urn:microsoft.com/office/officeart/2005/8/layout/list1"/>
    <dgm:cxn modelId="{318A88FB-E9DC-4051-B245-464473F8BFFE}" type="presParOf" srcId="{ACE29C98-1AC7-464F-AEAD-36DEC21B8E20}" destId="{B21C494D-2AEE-4D82-927D-7A49ADE53705}" srcOrd="0" destOrd="0" presId="urn:microsoft.com/office/officeart/2005/8/layout/list1"/>
    <dgm:cxn modelId="{117AE557-6B15-44CE-9603-56E31ADAF8FB}" type="presParOf" srcId="{ACE29C98-1AC7-464F-AEAD-36DEC21B8E20}" destId="{4ACF59C1-8858-4DB6-98F8-9269A18D2F73}" srcOrd="1" destOrd="0" presId="urn:microsoft.com/office/officeart/2005/8/layout/list1"/>
    <dgm:cxn modelId="{335A453B-72AE-4647-9B4F-BA4997EE82A1}" type="presParOf" srcId="{4E995896-50FC-4C3D-B0F4-62A529D33C9C}" destId="{87D26508-136B-4EBD-9474-06662AF56A0B}" srcOrd="5" destOrd="0" presId="urn:microsoft.com/office/officeart/2005/8/layout/list1"/>
    <dgm:cxn modelId="{AEE9DB09-1AAE-4AE0-8814-47A87E031209}" type="presParOf" srcId="{4E995896-50FC-4C3D-B0F4-62A529D33C9C}" destId="{5FCA5BE1-CC84-419B-9CBF-C08702A29843}" srcOrd="6" destOrd="0" presId="urn:microsoft.com/office/officeart/2005/8/layout/list1"/>
    <dgm:cxn modelId="{F47C281E-73E7-4108-8EC7-DBBDFCCC096C}" type="presParOf" srcId="{4E995896-50FC-4C3D-B0F4-62A529D33C9C}" destId="{28CECFDE-917E-4F73-AA65-CF21D8235B21}" srcOrd="7" destOrd="0" presId="urn:microsoft.com/office/officeart/2005/8/layout/list1"/>
    <dgm:cxn modelId="{1A4886B5-E957-483C-9D43-B7CC44D8CD85}" type="presParOf" srcId="{4E995896-50FC-4C3D-B0F4-62A529D33C9C}" destId="{F0A37F25-0D1C-4F97-AA73-2B00E8378D50}" srcOrd="8" destOrd="0" presId="urn:microsoft.com/office/officeart/2005/8/layout/list1"/>
    <dgm:cxn modelId="{937568FF-3575-4D2B-885B-A3BF08F49457}" type="presParOf" srcId="{F0A37F25-0D1C-4F97-AA73-2B00E8378D50}" destId="{7547F6A9-14B6-4353-8B1C-DBE51AE6D54D}" srcOrd="0" destOrd="0" presId="urn:microsoft.com/office/officeart/2005/8/layout/list1"/>
    <dgm:cxn modelId="{09C907E5-9A2E-465D-AD37-E562A5C161DD}" type="presParOf" srcId="{F0A37F25-0D1C-4F97-AA73-2B00E8378D50}" destId="{DB8B6263-E4F3-499F-A028-1FFC41D4E046}" srcOrd="1" destOrd="0" presId="urn:microsoft.com/office/officeart/2005/8/layout/list1"/>
    <dgm:cxn modelId="{36A5631B-EBBE-420C-A01E-D1184071FE0A}" type="presParOf" srcId="{4E995896-50FC-4C3D-B0F4-62A529D33C9C}" destId="{3E05DE28-1482-4ACA-A78D-4567668E1851}" srcOrd="9" destOrd="0" presId="urn:microsoft.com/office/officeart/2005/8/layout/list1"/>
    <dgm:cxn modelId="{7737D107-670E-4986-82D3-452781A6941A}" type="presParOf" srcId="{4E995896-50FC-4C3D-B0F4-62A529D33C9C}" destId="{A5A9D8A8-59D4-44FC-9CB8-CD4C2741E590}" srcOrd="10" destOrd="0" presId="urn:microsoft.com/office/officeart/2005/8/layout/list1"/>
    <dgm:cxn modelId="{74E54700-0A04-48BE-A4F8-3522304E8032}" type="presParOf" srcId="{4E995896-50FC-4C3D-B0F4-62A529D33C9C}" destId="{5AEE3582-EDD4-4122-81F0-7D42784E4CB7}" srcOrd="11" destOrd="0" presId="urn:microsoft.com/office/officeart/2005/8/layout/list1"/>
    <dgm:cxn modelId="{4107C35B-5ADE-4C1A-8A0C-DF4D60E7FCE5}" type="presParOf" srcId="{4E995896-50FC-4C3D-B0F4-62A529D33C9C}" destId="{FE99C648-05AF-40EF-9966-70D7F9406867}" srcOrd="12" destOrd="0" presId="urn:microsoft.com/office/officeart/2005/8/layout/list1"/>
    <dgm:cxn modelId="{7C4C37F8-5237-40C2-9137-3B205BE7F728}" type="presParOf" srcId="{FE99C648-05AF-40EF-9966-70D7F9406867}" destId="{89BD6ED5-E0EF-4827-B9AB-242A790DF141}" srcOrd="0" destOrd="0" presId="urn:microsoft.com/office/officeart/2005/8/layout/list1"/>
    <dgm:cxn modelId="{72586F9E-F7D3-45A9-B674-7D7DDE58EE44}" type="presParOf" srcId="{FE99C648-05AF-40EF-9966-70D7F9406867}" destId="{0C122E52-F698-40D1-B184-BDDD4B067D56}" srcOrd="1" destOrd="0" presId="urn:microsoft.com/office/officeart/2005/8/layout/list1"/>
    <dgm:cxn modelId="{878F80CB-F033-4E8A-9DA4-FC48E9DF4BA9}" type="presParOf" srcId="{4E995896-50FC-4C3D-B0F4-62A529D33C9C}" destId="{18501F6F-386B-477B-A6F7-501CCEF5F376}" srcOrd="13" destOrd="0" presId="urn:microsoft.com/office/officeart/2005/8/layout/list1"/>
    <dgm:cxn modelId="{93B09AE0-8B76-443D-91AC-555BE40A7C99}" type="presParOf" srcId="{4E995896-50FC-4C3D-B0F4-62A529D33C9C}" destId="{C7F23C08-EF96-489C-963F-A8564C7260AB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92045F6-3245-4B9D-82BF-6B506B5B9FF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BE60809-41F2-468C-991D-79CC8BF37FB4}">
      <dgm:prSet/>
      <dgm:spPr/>
      <dgm:t>
        <a:bodyPr/>
        <a:lstStyle/>
        <a:p>
          <a:pPr>
            <a:defRPr cap="all"/>
          </a:pPr>
          <a:r>
            <a:rPr lang="en-US"/>
            <a:t>Logistic Regression (baseline)</a:t>
          </a:r>
        </a:p>
      </dgm:t>
    </dgm:pt>
    <dgm:pt modelId="{25165D0B-34F3-41AF-AD57-7FC65C75C181}" type="parTrans" cxnId="{AC02400B-ADAD-4CB2-82FE-21526BFF299A}">
      <dgm:prSet/>
      <dgm:spPr/>
      <dgm:t>
        <a:bodyPr/>
        <a:lstStyle/>
        <a:p>
          <a:endParaRPr lang="en-US"/>
        </a:p>
      </dgm:t>
    </dgm:pt>
    <dgm:pt modelId="{2F41CFE7-5FEE-40A7-A01C-568D3F495AED}" type="sibTrans" cxnId="{AC02400B-ADAD-4CB2-82FE-21526BFF299A}">
      <dgm:prSet/>
      <dgm:spPr/>
      <dgm:t>
        <a:bodyPr/>
        <a:lstStyle/>
        <a:p>
          <a:endParaRPr lang="en-US"/>
        </a:p>
      </dgm:t>
    </dgm:pt>
    <dgm:pt modelId="{E6B0EF9C-840E-45D8-89FD-09A7254F3D08}">
      <dgm:prSet/>
      <dgm:spPr/>
      <dgm:t>
        <a:bodyPr/>
        <a:lstStyle/>
        <a:p>
          <a:pPr>
            <a:defRPr cap="all"/>
          </a:pPr>
          <a:r>
            <a:rPr lang="en-US"/>
            <a:t>Random Forest</a:t>
          </a:r>
        </a:p>
      </dgm:t>
    </dgm:pt>
    <dgm:pt modelId="{6A3B6B55-8A96-4549-90D3-DE9A3696F82B}" type="parTrans" cxnId="{52CCF875-0F7C-4E35-8269-ACF4E63C6DC5}">
      <dgm:prSet/>
      <dgm:spPr/>
      <dgm:t>
        <a:bodyPr/>
        <a:lstStyle/>
        <a:p>
          <a:endParaRPr lang="en-US"/>
        </a:p>
      </dgm:t>
    </dgm:pt>
    <dgm:pt modelId="{6B313A53-80BC-4B84-B1B4-6758B3E76F8A}" type="sibTrans" cxnId="{52CCF875-0F7C-4E35-8269-ACF4E63C6DC5}">
      <dgm:prSet/>
      <dgm:spPr/>
      <dgm:t>
        <a:bodyPr/>
        <a:lstStyle/>
        <a:p>
          <a:endParaRPr lang="en-US"/>
        </a:p>
      </dgm:t>
    </dgm:pt>
    <dgm:pt modelId="{B05BB64F-B8B7-498A-8685-3BF85EA1BA08}">
      <dgm:prSet/>
      <dgm:spPr/>
      <dgm:t>
        <a:bodyPr/>
        <a:lstStyle/>
        <a:p>
          <a:pPr>
            <a:defRPr cap="all"/>
          </a:pPr>
          <a:r>
            <a:rPr lang="en-US"/>
            <a:t>Gradient Boosting (final model)</a:t>
          </a:r>
        </a:p>
      </dgm:t>
    </dgm:pt>
    <dgm:pt modelId="{519A29A7-D509-4516-AC22-5864612DB704}" type="parTrans" cxnId="{27C835ED-31D7-4FEB-9DD4-7B52C8B9FB08}">
      <dgm:prSet/>
      <dgm:spPr/>
      <dgm:t>
        <a:bodyPr/>
        <a:lstStyle/>
        <a:p>
          <a:endParaRPr lang="en-US"/>
        </a:p>
      </dgm:t>
    </dgm:pt>
    <dgm:pt modelId="{CF6182A3-F30B-497D-AC62-9AC25DCB7F24}" type="sibTrans" cxnId="{27C835ED-31D7-4FEB-9DD4-7B52C8B9FB08}">
      <dgm:prSet/>
      <dgm:spPr/>
      <dgm:t>
        <a:bodyPr/>
        <a:lstStyle/>
        <a:p>
          <a:endParaRPr lang="en-US"/>
        </a:p>
      </dgm:t>
    </dgm:pt>
    <dgm:pt modelId="{E4E1CF40-CCCD-4260-B704-BD574B63D531}" type="pres">
      <dgm:prSet presAssocID="{192045F6-3245-4B9D-82BF-6B506B5B9FF5}" presName="root" presStyleCnt="0">
        <dgm:presLayoutVars>
          <dgm:dir/>
          <dgm:resizeHandles val="exact"/>
        </dgm:presLayoutVars>
      </dgm:prSet>
      <dgm:spPr/>
    </dgm:pt>
    <dgm:pt modelId="{5E00B1DE-98EB-4CFD-842F-96363CA333D2}" type="pres">
      <dgm:prSet presAssocID="{ABE60809-41F2-468C-991D-79CC8BF37FB4}" presName="compNode" presStyleCnt="0"/>
      <dgm:spPr/>
    </dgm:pt>
    <dgm:pt modelId="{C59594DB-23A1-42A4-9B0B-61891C0DB9EF}" type="pres">
      <dgm:prSet presAssocID="{ABE60809-41F2-468C-991D-79CC8BF37FB4}" presName="iconBgRect" presStyleLbl="bgShp" presStyleIdx="0" presStyleCnt="3"/>
      <dgm:spPr/>
    </dgm:pt>
    <dgm:pt modelId="{DE00B3E8-AE18-4B44-A039-457B0BA4DCAD}" type="pres">
      <dgm:prSet presAssocID="{ABE60809-41F2-468C-991D-79CC8BF37FB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AE8C4842-5797-438B-A89B-4B39856B6AD5}" type="pres">
      <dgm:prSet presAssocID="{ABE60809-41F2-468C-991D-79CC8BF37FB4}" presName="spaceRect" presStyleCnt="0"/>
      <dgm:spPr/>
    </dgm:pt>
    <dgm:pt modelId="{D11AC348-DF74-4FEC-B23F-FCDEB9338518}" type="pres">
      <dgm:prSet presAssocID="{ABE60809-41F2-468C-991D-79CC8BF37FB4}" presName="textRect" presStyleLbl="revTx" presStyleIdx="0" presStyleCnt="3">
        <dgm:presLayoutVars>
          <dgm:chMax val="1"/>
          <dgm:chPref val="1"/>
        </dgm:presLayoutVars>
      </dgm:prSet>
      <dgm:spPr/>
    </dgm:pt>
    <dgm:pt modelId="{AF14269C-3A3B-46DB-A7A5-009904FE1545}" type="pres">
      <dgm:prSet presAssocID="{2F41CFE7-5FEE-40A7-A01C-568D3F495AED}" presName="sibTrans" presStyleCnt="0"/>
      <dgm:spPr/>
    </dgm:pt>
    <dgm:pt modelId="{1F46AF04-02D6-4222-956A-64DA4971207C}" type="pres">
      <dgm:prSet presAssocID="{E6B0EF9C-840E-45D8-89FD-09A7254F3D08}" presName="compNode" presStyleCnt="0"/>
      <dgm:spPr/>
    </dgm:pt>
    <dgm:pt modelId="{C3B2115E-8D07-4E99-8215-AD3788C04FCA}" type="pres">
      <dgm:prSet presAssocID="{E6B0EF9C-840E-45D8-89FD-09A7254F3D08}" presName="iconBgRect" presStyleLbl="bgShp" presStyleIdx="1" presStyleCnt="3"/>
      <dgm:spPr/>
    </dgm:pt>
    <dgm:pt modelId="{25743AA4-3B37-49D6-80A6-415208BA6EBC}" type="pres">
      <dgm:prSet presAssocID="{E6B0EF9C-840E-45D8-89FD-09A7254F3D0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1D1F0AB4-A077-4D33-9A6E-4C874112AB1B}" type="pres">
      <dgm:prSet presAssocID="{E6B0EF9C-840E-45D8-89FD-09A7254F3D08}" presName="spaceRect" presStyleCnt="0"/>
      <dgm:spPr/>
    </dgm:pt>
    <dgm:pt modelId="{BE64D6AA-BA6B-4F9C-A758-8DF6FE777005}" type="pres">
      <dgm:prSet presAssocID="{E6B0EF9C-840E-45D8-89FD-09A7254F3D08}" presName="textRect" presStyleLbl="revTx" presStyleIdx="1" presStyleCnt="3">
        <dgm:presLayoutVars>
          <dgm:chMax val="1"/>
          <dgm:chPref val="1"/>
        </dgm:presLayoutVars>
      </dgm:prSet>
      <dgm:spPr/>
    </dgm:pt>
    <dgm:pt modelId="{13DFF403-13FA-47A7-813B-45D2E56F425E}" type="pres">
      <dgm:prSet presAssocID="{6B313A53-80BC-4B84-B1B4-6758B3E76F8A}" presName="sibTrans" presStyleCnt="0"/>
      <dgm:spPr/>
    </dgm:pt>
    <dgm:pt modelId="{C9EDF67A-0C26-4D1F-AD43-C3A42D0625FA}" type="pres">
      <dgm:prSet presAssocID="{B05BB64F-B8B7-498A-8685-3BF85EA1BA08}" presName="compNode" presStyleCnt="0"/>
      <dgm:spPr/>
    </dgm:pt>
    <dgm:pt modelId="{69521791-08F3-4D0E-A8A8-6AA922BBD260}" type="pres">
      <dgm:prSet presAssocID="{B05BB64F-B8B7-498A-8685-3BF85EA1BA08}" presName="iconBgRect" presStyleLbl="bgShp" presStyleIdx="2" presStyleCnt="3"/>
      <dgm:spPr/>
    </dgm:pt>
    <dgm:pt modelId="{0DEA457B-4BF5-476F-8F15-DE29A095F2A2}" type="pres">
      <dgm:prSet presAssocID="{B05BB64F-B8B7-498A-8685-3BF85EA1BA0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7DF7F335-030C-452E-87BB-C555445F18CF}" type="pres">
      <dgm:prSet presAssocID="{B05BB64F-B8B7-498A-8685-3BF85EA1BA08}" presName="spaceRect" presStyleCnt="0"/>
      <dgm:spPr/>
    </dgm:pt>
    <dgm:pt modelId="{92A67107-E774-4457-9754-15BF4E9406F0}" type="pres">
      <dgm:prSet presAssocID="{B05BB64F-B8B7-498A-8685-3BF85EA1BA0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2036D01-AA15-4A29-93A4-F8AFAF309DB3}" type="presOf" srcId="{192045F6-3245-4B9D-82BF-6B506B5B9FF5}" destId="{E4E1CF40-CCCD-4260-B704-BD574B63D531}" srcOrd="0" destOrd="0" presId="urn:microsoft.com/office/officeart/2018/5/layout/IconCircleLabelList"/>
    <dgm:cxn modelId="{AC02400B-ADAD-4CB2-82FE-21526BFF299A}" srcId="{192045F6-3245-4B9D-82BF-6B506B5B9FF5}" destId="{ABE60809-41F2-468C-991D-79CC8BF37FB4}" srcOrd="0" destOrd="0" parTransId="{25165D0B-34F3-41AF-AD57-7FC65C75C181}" sibTransId="{2F41CFE7-5FEE-40A7-A01C-568D3F495AED}"/>
    <dgm:cxn modelId="{D10F7A2E-4932-4F47-A1CA-FFE46A53794E}" type="presOf" srcId="{ABE60809-41F2-468C-991D-79CC8BF37FB4}" destId="{D11AC348-DF74-4FEC-B23F-FCDEB9338518}" srcOrd="0" destOrd="0" presId="urn:microsoft.com/office/officeart/2018/5/layout/IconCircleLabelList"/>
    <dgm:cxn modelId="{52CCF875-0F7C-4E35-8269-ACF4E63C6DC5}" srcId="{192045F6-3245-4B9D-82BF-6B506B5B9FF5}" destId="{E6B0EF9C-840E-45D8-89FD-09A7254F3D08}" srcOrd="1" destOrd="0" parTransId="{6A3B6B55-8A96-4549-90D3-DE9A3696F82B}" sibTransId="{6B313A53-80BC-4B84-B1B4-6758B3E76F8A}"/>
    <dgm:cxn modelId="{3C1FC093-ADEF-4D04-B535-612800911E0F}" type="presOf" srcId="{B05BB64F-B8B7-498A-8685-3BF85EA1BA08}" destId="{92A67107-E774-4457-9754-15BF4E9406F0}" srcOrd="0" destOrd="0" presId="urn:microsoft.com/office/officeart/2018/5/layout/IconCircleLabelList"/>
    <dgm:cxn modelId="{2B13069A-D6C2-462E-BC12-ECFFEC3A9D45}" type="presOf" srcId="{E6B0EF9C-840E-45D8-89FD-09A7254F3D08}" destId="{BE64D6AA-BA6B-4F9C-A758-8DF6FE777005}" srcOrd="0" destOrd="0" presId="urn:microsoft.com/office/officeart/2018/5/layout/IconCircleLabelList"/>
    <dgm:cxn modelId="{27C835ED-31D7-4FEB-9DD4-7B52C8B9FB08}" srcId="{192045F6-3245-4B9D-82BF-6B506B5B9FF5}" destId="{B05BB64F-B8B7-498A-8685-3BF85EA1BA08}" srcOrd="2" destOrd="0" parTransId="{519A29A7-D509-4516-AC22-5864612DB704}" sibTransId="{CF6182A3-F30B-497D-AC62-9AC25DCB7F24}"/>
    <dgm:cxn modelId="{ED84AC9D-9967-4009-93C8-86E93A6BB91E}" type="presParOf" srcId="{E4E1CF40-CCCD-4260-B704-BD574B63D531}" destId="{5E00B1DE-98EB-4CFD-842F-96363CA333D2}" srcOrd="0" destOrd="0" presId="urn:microsoft.com/office/officeart/2018/5/layout/IconCircleLabelList"/>
    <dgm:cxn modelId="{D41BE2CC-94DD-4B62-B466-A3CB2F7B45F9}" type="presParOf" srcId="{5E00B1DE-98EB-4CFD-842F-96363CA333D2}" destId="{C59594DB-23A1-42A4-9B0B-61891C0DB9EF}" srcOrd="0" destOrd="0" presId="urn:microsoft.com/office/officeart/2018/5/layout/IconCircleLabelList"/>
    <dgm:cxn modelId="{7BBD20F7-BF55-4FBC-A0C0-0BE013D726E5}" type="presParOf" srcId="{5E00B1DE-98EB-4CFD-842F-96363CA333D2}" destId="{DE00B3E8-AE18-4B44-A039-457B0BA4DCAD}" srcOrd="1" destOrd="0" presId="urn:microsoft.com/office/officeart/2018/5/layout/IconCircleLabelList"/>
    <dgm:cxn modelId="{43603C57-2F90-4576-8EB4-6F97CAFF0CA8}" type="presParOf" srcId="{5E00B1DE-98EB-4CFD-842F-96363CA333D2}" destId="{AE8C4842-5797-438B-A89B-4B39856B6AD5}" srcOrd="2" destOrd="0" presId="urn:microsoft.com/office/officeart/2018/5/layout/IconCircleLabelList"/>
    <dgm:cxn modelId="{0564E91B-187D-4073-A046-D6CD25CDE31C}" type="presParOf" srcId="{5E00B1DE-98EB-4CFD-842F-96363CA333D2}" destId="{D11AC348-DF74-4FEC-B23F-FCDEB9338518}" srcOrd="3" destOrd="0" presId="urn:microsoft.com/office/officeart/2018/5/layout/IconCircleLabelList"/>
    <dgm:cxn modelId="{35DD2024-3FF3-45A0-92AB-257575031FB2}" type="presParOf" srcId="{E4E1CF40-CCCD-4260-B704-BD574B63D531}" destId="{AF14269C-3A3B-46DB-A7A5-009904FE1545}" srcOrd="1" destOrd="0" presId="urn:microsoft.com/office/officeart/2018/5/layout/IconCircleLabelList"/>
    <dgm:cxn modelId="{CBB01653-4283-402A-A299-E8C41E8F5759}" type="presParOf" srcId="{E4E1CF40-CCCD-4260-B704-BD574B63D531}" destId="{1F46AF04-02D6-4222-956A-64DA4971207C}" srcOrd="2" destOrd="0" presId="urn:microsoft.com/office/officeart/2018/5/layout/IconCircleLabelList"/>
    <dgm:cxn modelId="{864E8FE9-794C-49FD-A7D0-9F0327CA36E3}" type="presParOf" srcId="{1F46AF04-02D6-4222-956A-64DA4971207C}" destId="{C3B2115E-8D07-4E99-8215-AD3788C04FCA}" srcOrd="0" destOrd="0" presId="urn:microsoft.com/office/officeart/2018/5/layout/IconCircleLabelList"/>
    <dgm:cxn modelId="{932604BB-14C2-4FA3-9A0E-B8D0DCEE6837}" type="presParOf" srcId="{1F46AF04-02D6-4222-956A-64DA4971207C}" destId="{25743AA4-3B37-49D6-80A6-415208BA6EBC}" srcOrd="1" destOrd="0" presId="urn:microsoft.com/office/officeart/2018/5/layout/IconCircleLabelList"/>
    <dgm:cxn modelId="{C927AF52-15C6-42F2-BABA-B51C1BE67FCA}" type="presParOf" srcId="{1F46AF04-02D6-4222-956A-64DA4971207C}" destId="{1D1F0AB4-A077-4D33-9A6E-4C874112AB1B}" srcOrd="2" destOrd="0" presId="urn:microsoft.com/office/officeart/2018/5/layout/IconCircleLabelList"/>
    <dgm:cxn modelId="{9CFC616B-293F-46CB-B68E-82231EB1D36C}" type="presParOf" srcId="{1F46AF04-02D6-4222-956A-64DA4971207C}" destId="{BE64D6AA-BA6B-4F9C-A758-8DF6FE777005}" srcOrd="3" destOrd="0" presId="urn:microsoft.com/office/officeart/2018/5/layout/IconCircleLabelList"/>
    <dgm:cxn modelId="{1670F7D0-2C22-4BF1-93CA-672CA2945867}" type="presParOf" srcId="{E4E1CF40-CCCD-4260-B704-BD574B63D531}" destId="{13DFF403-13FA-47A7-813B-45D2E56F425E}" srcOrd="3" destOrd="0" presId="urn:microsoft.com/office/officeart/2018/5/layout/IconCircleLabelList"/>
    <dgm:cxn modelId="{FF5A4527-17B8-44D0-85A7-DC59138E2EBD}" type="presParOf" srcId="{E4E1CF40-CCCD-4260-B704-BD574B63D531}" destId="{C9EDF67A-0C26-4D1F-AD43-C3A42D0625FA}" srcOrd="4" destOrd="0" presId="urn:microsoft.com/office/officeart/2018/5/layout/IconCircleLabelList"/>
    <dgm:cxn modelId="{C7E7B00D-42B9-4F90-89C2-134D282D039E}" type="presParOf" srcId="{C9EDF67A-0C26-4D1F-AD43-C3A42D0625FA}" destId="{69521791-08F3-4D0E-A8A8-6AA922BBD260}" srcOrd="0" destOrd="0" presId="urn:microsoft.com/office/officeart/2018/5/layout/IconCircleLabelList"/>
    <dgm:cxn modelId="{F89E42C9-26C0-4E31-90BC-78347237DA56}" type="presParOf" srcId="{C9EDF67A-0C26-4D1F-AD43-C3A42D0625FA}" destId="{0DEA457B-4BF5-476F-8F15-DE29A095F2A2}" srcOrd="1" destOrd="0" presId="urn:microsoft.com/office/officeart/2018/5/layout/IconCircleLabelList"/>
    <dgm:cxn modelId="{BB801432-A2A8-41B5-BB37-08DC39050E36}" type="presParOf" srcId="{C9EDF67A-0C26-4D1F-AD43-C3A42D0625FA}" destId="{7DF7F335-030C-452E-87BB-C555445F18CF}" srcOrd="2" destOrd="0" presId="urn:microsoft.com/office/officeart/2018/5/layout/IconCircleLabelList"/>
    <dgm:cxn modelId="{08E01C86-9473-4297-B166-ECE2FC535D2B}" type="presParOf" srcId="{C9EDF67A-0C26-4D1F-AD43-C3A42D0625FA}" destId="{92A67107-E774-4457-9754-15BF4E9406F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0372A86-76F5-492C-BE23-743C1EE12C3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2BB827D-8200-4F2A-B27E-0367A196E205}">
      <dgm:prSet/>
      <dgm:spPr/>
      <dgm:t>
        <a:bodyPr/>
        <a:lstStyle/>
        <a:p>
          <a:r>
            <a:rPr lang="en-US"/>
            <a:t>Recall = 49% (captures half of risky orders)</a:t>
          </a:r>
        </a:p>
      </dgm:t>
    </dgm:pt>
    <dgm:pt modelId="{9F59FCF7-7BC3-421B-9055-49D1C4EB159F}" type="parTrans" cxnId="{6C4DB491-1E93-4D09-BFD9-CD5EA5329EE2}">
      <dgm:prSet/>
      <dgm:spPr/>
      <dgm:t>
        <a:bodyPr/>
        <a:lstStyle/>
        <a:p>
          <a:endParaRPr lang="en-US"/>
        </a:p>
      </dgm:t>
    </dgm:pt>
    <dgm:pt modelId="{3F5059C8-6C0B-4F86-80BE-5D4F6744AB09}" type="sibTrans" cxnId="{6C4DB491-1E93-4D09-BFD9-CD5EA5329EE2}">
      <dgm:prSet/>
      <dgm:spPr/>
      <dgm:t>
        <a:bodyPr/>
        <a:lstStyle/>
        <a:p>
          <a:endParaRPr lang="en-US"/>
        </a:p>
      </dgm:t>
    </dgm:pt>
    <dgm:pt modelId="{9928B098-CEEF-4A67-80B2-380809379F93}">
      <dgm:prSet/>
      <dgm:spPr/>
      <dgm:t>
        <a:bodyPr/>
        <a:lstStyle/>
        <a:p>
          <a:r>
            <a:rPr lang="en-US"/>
            <a:t>Precision = 16%</a:t>
          </a:r>
        </a:p>
      </dgm:t>
    </dgm:pt>
    <dgm:pt modelId="{6A3184B5-46C1-4CE8-8A57-D576166043EA}" type="parTrans" cxnId="{7D22569C-5853-4817-9FD5-21350888380F}">
      <dgm:prSet/>
      <dgm:spPr/>
      <dgm:t>
        <a:bodyPr/>
        <a:lstStyle/>
        <a:p>
          <a:endParaRPr lang="en-US"/>
        </a:p>
      </dgm:t>
    </dgm:pt>
    <dgm:pt modelId="{A92C5650-58EF-427E-AA30-F0948A1A5913}" type="sibTrans" cxnId="{7D22569C-5853-4817-9FD5-21350888380F}">
      <dgm:prSet/>
      <dgm:spPr/>
      <dgm:t>
        <a:bodyPr/>
        <a:lstStyle/>
        <a:p>
          <a:endParaRPr lang="en-US"/>
        </a:p>
      </dgm:t>
    </dgm:pt>
    <dgm:pt modelId="{298F1D0B-12B7-4789-A383-BCC2F610CA09}">
      <dgm:prSet/>
      <dgm:spPr/>
      <dgm:t>
        <a:bodyPr/>
        <a:lstStyle/>
        <a:p>
          <a:r>
            <a:rPr lang="en-US" dirty="0"/>
            <a:t>Overall Accuracy = 83%</a:t>
          </a:r>
        </a:p>
      </dgm:t>
    </dgm:pt>
    <dgm:pt modelId="{2DEDD37E-D2D2-4238-ADE0-E8E29AEA9876}" type="parTrans" cxnId="{FEDA46A2-E323-4448-B9F2-CAB66EE414E1}">
      <dgm:prSet/>
      <dgm:spPr/>
      <dgm:t>
        <a:bodyPr/>
        <a:lstStyle/>
        <a:p>
          <a:endParaRPr lang="en-US"/>
        </a:p>
      </dgm:t>
    </dgm:pt>
    <dgm:pt modelId="{AB0C7919-A032-4F99-B76E-EFA8EF44F39C}" type="sibTrans" cxnId="{FEDA46A2-E323-4448-B9F2-CAB66EE414E1}">
      <dgm:prSet/>
      <dgm:spPr/>
      <dgm:t>
        <a:bodyPr/>
        <a:lstStyle/>
        <a:p>
          <a:endParaRPr lang="en-US"/>
        </a:p>
      </dgm:t>
    </dgm:pt>
    <dgm:pt modelId="{77C86F26-C9BD-4F6A-9D9D-31CEA430906F}" type="pres">
      <dgm:prSet presAssocID="{F0372A86-76F5-492C-BE23-743C1EE12C35}" presName="linear" presStyleCnt="0">
        <dgm:presLayoutVars>
          <dgm:animLvl val="lvl"/>
          <dgm:resizeHandles val="exact"/>
        </dgm:presLayoutVars>
      </dgm:prSet>
      <dgm:spPr/>
    </dgm:pt>
    <dgm:pt modelId="{B689D405-49A1-48AA-8838-C4078556625C}" type="pres">
      <dgm:prSet presAssocID="{72BB827D-8200-4F2A-B27E-0367A196E20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8C318E3-2B11-4D40-90E3-65CC8C30E65B}" type="pres">
      <dgm:prSet presAssocID="{3F5059C8-6C0B-4F86-80BE-5D4F6744AB09}" presName="spacer" presStyleCnt="0"/>
      <dgm:spPr/>
    </dgm:pt>
    <dgm:pt modelId="{7EEC0B10-20BC-4385-B8CD-67C4F297BC71}" type="pres">
      <dgm:prSet presAssocID="{9928B098-CEEF-4A67-80B2-380809379F9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A3F1604-1019-4F01-AD23-6F39DD083D37}" type="pres">
      <dgm:prSet presAssocID="{A92C5650-58EF-427E-AA30-F0948A1A5913}" presName="spacer" presStyleCnt="0"/>
      <dgm:spPr/>
    </dgm:pt>
    <dgm:pt modelId="{57C620C0-2A87-4F43-BA5D-403081D90A87}" type="pres">
      <dgm:prSet presAssocID="{298F1D0B-12B7-4789-A383-BCC2F610CA0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8802520-3946-4BD1-A722-B1F185127863}" type="presOf" srcId="{298F1D0B-12B7-4789-A383-BCC2F610CA09}" destId="{57C620C0-2A87-4F43-BA5D-403081D90A87}" srcOrd="0" destOrd="0" presId="urn:microsoft.com/office/officeart/2005/8/layout/vList2"/>
    <dgm:cxn modelId="{70EA2137-F6B2-4380-BBDF-C701DBD6489B}" type="presOf" srcId="{9928B098-CEEF-4A67-80B2-380809379F93}" destId="{7EEC0B10-20BC-4385-B8CD-67C4F297BC71}" srcOrd="0" destOrd="0" presId="urn:microsoft.com/office/officeart/2005/8/layout/vList2"/>
    <dgm:cxn modelId="{6C4DB491-1E93-4D09-BFD9-CD5EA5329EE2}" srcId="{F0372A86-76F5-492C-BE23-743C1EE12C35}" destId="{72BB827D-8200-4F2A-B27E-0367A196E205}" srcOrd="0" destOrd="0" parTransId="{9F59FCF7-7BC3-421B-9055-49D1C4EB159F}" sibTransId="{3F5059C8-6C0B-4F86-80BE-5D4F6744AB09}"/>
    <dgm:cxn modelId="{7D22569C-5853-4817-9FD5-21350888380F}" srcId="{F0372A86-76F5-492C-BE23-743C1EE12C35}" destId="{9928B098-CEEF-4A67-80B2-380809379F93}" srcOrd="1" destOrd="0" parTransId="{6A3184B5-46C1-4CE8-8A57-D576166043EA}" sibTransId="{A92C5650-58EF-427E-AA30-F0948A1A5913}"/>
    <dgm:cxn modelId="{FEDA46A2-E323-4448-B9F2-CAB66EE414E1}" srcId="{F0372A86-76F5-492C-BE23-743C1EE12C35}" destId="{298F1D0B-12B7-4789-A383-BCC2F610CA09}" srcOrd="2" destOrd="0" parTransId="{2DEDD37E-D2D2-4238-ADE0-E8E29AEA9876}" sibTransId="{AB0C7919-A032-4F99-B76E-EFA8EF44F39C}"/>
    <dgm:cxn modelId="{5C787FBF-1229-47BE-937F-F359E1018A46}" type="presOf" srcId="{F0372A86-76F5-492C-BE23-743C1EE12C35}" destId="{77C86F26-C9BD-4F6A-9D9D-31CEA430906F}" srcOrd="0" destOrd="0" presId="urn:microsoft.com/office/officeart/2005/8/layout/vList2"/>
    <dgm:cxn modelId="{DC163FD0-A5B4-4253-A147-8463815864CE}" type="presOf" srcId="{72BB827D-8200-4F2A-B27E-0367A196E205}" destId="{B689D405-49A1-48AA-8838-C4078556625C}" srcOrd="0" destOrd="0" presId="urn:microsoft.com/office/officeart/2005/8/layout/vList2"/>
    <dgm:cxn modelId="{4291B6A5-2E89-4170-BF92-3DF8C9441D35}" type="presParOf" srcId="{77C86F26-C9BD-4F6A-9D9D-31CEA430906F}" destId="{B689D405-49A1-48AA-8838-C4078556625C}" srcOrd="0" destOrd="0" presId="urn:microsoft.com/office/officeart/2005/8/layout/vList2"/>
    <dgm:cxn modelId="{21A4D12F-1350-4403-A4A2-9DE52A700FFF}" type="presParOf" srcId="{77C86F26-C9BD-4F6A-9D9D-31CEA430906F}" destId="{88C318E3-2B11-4D40-90E3-65CC8C30E65B}" srcOrd="1" destOrd="0" presId="urn:microsoft.com/office/officeart/2005/8/layout/vList2"/>
    <dgm:cxn modelId="{D336BEF7-E8B3-4366-8817-8B4B64523E93}" type="presParOf" srcId="{77C86F26-C9BD-4F6A-9D9D-31CEA430906F}" destId="{7EEC0B10-20BC-4385-B8CD-67C4F297BC71}" srcOrd="2" destOrd="0" presId="urn:microsoft.com/office/officeart/2005/8/layout/vList2"/>
    <dgm:cxn modelId="{A02CA00D-1322-412C-96C5-F4038712ABDB}" type="presParOf" srcId="{77C86F26-C9BD-4F6A-9D9D-31CEA430906F}" destId="{7A3F1604-1019-4F01-AD23-6F39DD083D37}" srcOrd="3" destOrd="0" presId="urn:microsoft.com/office/officeart/2005/8/layout/vList2"/>
    <dgm:cxn modelId="{782A2506-5D2E-4A38-84A5-20A7BAA4CF8A}" type="presParOf" srcId="{77C86F26-C9BD-4F6A-9D9D-31CEA430906F}" destId="{57C620C0-2A87-4F43-BA5D-403081D90A8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6B03A11-0E10-4CF3-9E81-B09CFB9B6691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049C5D2-4DC2-4915-A727-8B3F698CA24A}">
      <dgm:prSet/>
      <dgm:spPr/>
      <dgm:t>
        <a:bodyPr/>
        <a:lstStyle/>
        <a:p>
          <a:r>
            <a:rPr lang="en-US"/>
            <a:t>Weak correlations</a:t>
          </a:r>
        </a:p>
      </dgm:t>
    </dgm:pt>
    <dgm:pt modelId="{A0AEE74B-505B-48A4-BB03-58D40BA6A285}" type="parTrans" cxnId="{C762E526-DAB9-4B24-B3DC-9B5DC3850AEA}">
      <dgm:prSet/>
      <dgm:spPr/>
      <dgm:t>
        <a:bodyPr/>
        <a:lstStyle/>
        <a:p>
          <a:endParaRPr lang="en-US"/>
        </a:p>
      </dgm:t>
    </dgm:pt>
    <dgm:pt modelId="{95D28C6F-6C15-4ECB-9657-93B2FBACA4D2}" type="sibTrans" cxnId="{C762E526-DAB9-4B24-B3DC-9B5DC3850AEA}">
      <dgm:prSet/>
      <dgm:spPr/>
      <dgm:t>
        <a:bodyPr/>
        <a:lstStyle/>
        <a:p>
          <a:endParaRPr lang="en-US"/>
        </a:p>
      </dgm:t>
    </dgm:pt>
    <dgm:pt modelId="{711728D8-A076-4275-BF9D-5CA17A0D6FCB}">
      <dgm:prSet/>
      <dgm:spPr/>
      <dgm:t>
        <a:bodyPr/>
        <a:lstStyle/>
        <a:p>
          <a:r>
            <a:rPr lang="en-US"/>
            <a:t>Severe imbalance</a:t>
          </a:r>
        </a:p>
      </dgm:t>
    </dgm:pt>
    <dgm:pt modelId="{FC788C6F-375E-48EF-A11D-D9E7458F1FC5}" type="parTrans" cxnId="{A171DD19-BBF0-47CE-B17E-9B379AA23580}">
      <dgm:prSet/>
      <dgm:spPr/>
      <dgm:t>
        <a:bodyPr/>
        <a:lstStyle/>
        <a:p>
          <a:endParaRPr lang="en-US"/>
        </a:p>
      </dgm:t>
    </dgm:pt>
    <dgm:pt modelId="{ACA0798F-BEE6-473A-A1F6-042F66BF768F}" type="sibTrans" cxnId="{A171DD19-BBF0-47CE-B17E-9B379AA23580}">
      <dgm:prSet/>
      <dgm:spPr/>
      <dgm:t>
        <a:bodyPr/>
        <a:lstStyle/>
        <a:p>
          <a:endParaRPr lang="en-US"/>
        </a:p>
      </dgm:t>
    </dgm:pt>
    <dgm:pt modelId="{6B5567EF-E891-4140-B721-F3F6331CE5D2}">
      <dgm:prSet/>
      <dgm:spPr/>
      <dgm:t>
        <a:bodyPr/>
        <a:lstStyle/>
        <a:p>
          <a:r>
            <a:rPr lang="en-US"/>
            <a:t>Limited predictive features</a:t>
          </a:r>
        </a:p>
      </dgm:t>
    </dgm:pt>
    <dgm:pt modelId="{665A4166-C6E5-4138-82BD-EE7B31CF998E}" type="parTrans" cxnId="{C161FD18-E02F-4230-989F-E206FEB3619E}">
      <dgm:prSet/>
      <dgm:spPr/>
      <dgm:t>
        <a:bodyPr/>
        <a:lstStyle/>
        <a:p>
          <a:endParaRPr lang="en-US"/>
        </a:p>
      </dgm:t>
    </dgm:pt>
    <dgm:pt modelId="{5AADAA14-B434-4B3D-84AE-365B8851E84B}" type="sibTrans" cxnId="{C161FD18-E02F-4230-989F-E206FEB3619E}">
      <dgm:prSet/>
      <dgm:spPr/>
      <dgm:t>
        <a:bodyPr/>
        <a:lstStyle/>
        <a:p>
          <a:endParaRPr lang="en-US"/>
        </a:p>
      </dgm:t>
    </dgm:pt>
    <dgm:pt modelId="{53CDF505-AC34-4055-A93C-EE4B28FBA554}" type="pres">
      <dgm:prSet presAssocID="{06B03A11-0E10-4CF3-9E81-B09CFB9B6691}" presName="linear" presStyleCnt="0">
        <dgm:presLayoutVars>
          <dgm:animLvl val="lvl"/>
          <dgm:resizeHandles val="exact"/>
        </dgm:presLayoutVars>
      </dgm:prSet>
      <dgm:spPr/>
    </dgm:pt>
    <dgm:pt modelId="{C444FA6A-5A02-41A3-AD6A-B1906AC2F091}" type="pres">
      <dgm:prSet presAssocID="{C049C5D2-4DC2-4915-A727-8B3F698CA24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317DC98-F487-40DF-84B8-F2221DD6EC98}" type="pres">
      <dgm:prSet presAssocID="{95D28C6F-6C15-4ECB-9657-93B2FBACA4D2}" presName="spacer" presStyleCnt="0"/>
      <dgm:spPr/>
    </dgm:pt>
    <dgm:pt modelId="{47865B0B-773F-4255-8DB7-C3E30463EB3A}" type="pres">
      <dgm:prSet presAssocID="{711728D8-A076-4275-BF9D-5CA17A0D6FC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D6A0628-B534-476C-BE5E-E346E08949A0}" type="pres">
      <dgm:prSet presAssocID="{ACA0798F-BEE6-473A-A1F6-042F66BF768F}" presName="spacer" presStyleCnt="0"/>
      <dgm:spPr/>
    </dgm:pt>
    <dgm:pt modelId="{9963C66A-C3A3-469D-8B18-ADB0A37F6BBC}" type="pres">
      <dgm:prSet presAssocID="{6B5567EF-E891-4140-B721-F3F6331CE5D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161FD18-E02F-4230-989F-E206FEB3619E}" srcId="{06B03A11-0E10-4CF3-9E81-B09CFB9B6691}" destId="{6B5567EF-E891-4140-B721-F3F6331CE5D2}" srcOrd="2" destOrd="0" parTransId="{665A4166-C6E5-4138-82BD-EE7B31CF998E}" sibTransId="{5AADAA14-B434-4B3D-84AE-365B8851E84B}"/>
    <dgm:cxn modelId="{A171DD19-BBF0-47CE-B17E-9B379AA23580}" srcId="{06B03A11-0E10-4CF3-9E81-B09CFB9B6691}" destId="{711728D8-A076-4275-BF9D-5CA17A0D6FCB}" srcOrd="1" destOrd="0" parTransId="{FC788C6F-375E-48EF-A11D-D9E7458F1FC5}" sibTransId="{ACA0798F-BEE6-473A-A1F6-042F66BF768F}"/>
    <dgm:cxn modelId="{C762E526-DAB9-4B24-B3DC-9B5DC3850AEA}" srcId="{06B03A11-0E10-4CF3-9E81-B09CFB9B6691}" destId="{C049C5D2-4DC2-4915-A727-8B3F698CA24A}" srcOrd="0" destOrd="0" parTransId="{A0AEE74B-505B-48A4-BB03-58D40BA6A285}" sibTransId="{95D28C6F-6C15-4ECB-9657-93B2FBACA4D2}"/>
    <dgm:cxn modelId="{23C45988-2424-44CD-9F14-692C38ACCC55}" type="presOf" srcId="{06B03A11-0E10-4CF3-9E81-B09CFB9B6691}" destId="{53CDF505-AC34-4055-A93C-EE4B28FBA554}" srcOrd="0" destOrd="0" presId="urn:microsoft.com/office/officeart/2005/8/layout/vList2"/>
    <dgm:cxn modelId="{FC2415A5-35B8-4D99-8311-968574D71093}" type="presOf" srcId="{C049C5D2-4DC2-4915-A727-8B3F698CA24A}" destId="{C444FA6A-5A02-41A3-AD6A-B1906AC2F091}" srcOrd="0" destOrd="0" presId="urn:microsoft.com/office/officeart/2005/8/layout/vList2"/>
    <dgm:cxn modelId="{DBD069C1-133E-48A6-98AE-1750163C2A2F}" type="presOf" srcId="{711728D8-A076-4275-BF9D-5CA17A0D6FCB}" destId="{47865B0B-773F-4255-8DB7-C3E30463EB3A}" srcOrd="0" destOrd="0" presId="urn:microsoft.com/office/officeart/2005/8/layout/vList2"/>
    <dgm:cxn modelId="{AC938AE4-CFBF-4E12-9E30-0E9308FBE29A}" type="presOf" srcId="{6B5567EF-E891-4140-B721-F3F6331CE5D2}" destId="{9963C66A-C3A3-469D-8B18-ADB0A37F6BBC}" srcOrd="0" destOrd="0" presId="urn:microsoft.com/office/officeart/2005/8/layout/vList2"/>
    <dgm:cxn modelId="{6BE79D69-5BA0-4ED1-9CD4-D33379140AFD}" type="presParOf" srcId="{53CDF505-AC34-4055-A93C-EE4B28FBA554}" destId="{C444FA6A-5A02-41A3-AD6A-B1906AC2F091}" srcOrd="0" destOrd="0" presId="urn:microsoft.com/office/officeart/2005/8/layout/vList2"/>
    <dgm:cxn modelId="{3F1B45D8-4A80-4A25-8BD6-9269D0D5B0AB}" type="presParOf" srcId="{53CDF505-AC34-4055-A93C-EE4B28FBA554}" destId="{A317DC98-F487-40DF-84B8-F2221DD6EC98}" srcOrd="1" destOrd="0" presId="urn:microsoft.com/office/officeart/2005/8/layout/vList2"/>
    <dgm:cxn modelId="{5F399D99-2391-40BC-B701-AB2EFA948B07}" type="presParOf" srcId="{53CDF505-AC34-4055-A93C-EE4B28FBA554}" destId="{47865B0B-773F-4255-8DB7-C3E30463EB3A}" srcOrd="2" destOrd="0" presId="urn:microsoft.com/office/officeart/2005/8/layout/vList2"/>
    <dgm:cxn modelId="{BB3B29E9-8F00-44F7-BEEB-EB913043515A}" type="presParOf" srcId="{53CDF505-AC34-4055-A93C-EE4B28FBA554}" destId="{6D6A0628-B534-476C-BE5E-E346E08949A0}" srcOrd="3" destOrd="0" presId="urn:microsoft.com/office/officeart/2005/8/layout/vList2"/>
    <dgm:cxn modelId="{E7697361-5F4A-491B-8652-00D691705995}" type="presParOf" srcId="{53CDF505-AC34-4055-A93C-EE4B28FBA554}" destId="{9963C66A-C3A3-469D-8B18-ADB0A37F6BB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E83AB10-DD6B-49B2-A08A-F0EBB7FF5EA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3E703EB-8A8E-44AC-9C4F-5C84247B52F7}">
      <dgm:prSet/>
      <dgm:spPr/>
      <dgm:t>
        <a:bodyPr/>
        <a:lstStyle/>
        <a:p>
          <a:pPr>
            <a:buNone/>
          </a:pPr>
          <a:r>
            <a:rPr lang="en-GB" dirty="0"/>
            <a:t>Built a complete </a:t>
          </a:r>
          <a:r>
            <a:rPr lang="en-GB" b="1" dirty="0"/>
            <a:t>machine learning pipeline</a:t>
          </a:r>
          <a:r>
            <a:rPr lang="en-GB" dirty="0"/>
            <a:t> for risk prediction</a:t>
          </a:r>
          <a:endParaRPr lang="en-US" dirty="0"/>
        </a:p>
      </dgm:t>
    </dgm:pt>
    <dgm:pt modelId="{206F3D68-84F1-44CD-9DFA-5A5263E6E566}" type="parTrans" cxnId="{DD333341-537B-449B-94C4-62C31C02D355}">
      <dgm:prSet/>
      <dgm:spPr/>
      <dgm:t>
        <a:bodyPr/>
        <a:lstStyle/>
        <a:p>
          <a:endParaRPr lang="en-US"/>
        </a:p>
      </dgm:t>
    </dgm:pt>
    <dgm:pt modelId="{096E5592-61C0-4E08-8D00-063C62C0C332}" type="sibTrans" cxnId="{DD333341-537B-449B-94C4-62C31C02D355}">
      <dgm:prSet/>
      <dgm:spPr/>
      <dgm:t>
        <a:bodyPr/>
        <a:lstStyle/>
        <a:p>
          <a:endParaRPr lang="en-US"/>
        </a:p>
      </dgm:t>
    </dgm:pt>
    <dgm:pt modelId="{CF745C20-D672-4A65-AAAA-DAD75FE49C94}">
      <dgm:prSet/>
      <dgm:spPr/>
      <dgm:t>
        <a:bodyPr/>
        <a:lstStyle/>
        <a:p>
          <a:pPr>
            <a:buNone/>
          </a:pPr>
          <a:r>
            <a:rPr lang="en-GB" dirty="0"/>
            <a:t>Achieved </a:t>
          </a:r>
          <a:r>
            <a:rPr lang="en-GB" b="1" dirty="0"/>
            <a:t>25% F1-score</a:t>
          </a:r>
          <a:r>
            <a:rPr lang="en-GB" dirty="0"/>
            <a:t> and </a:t>
          </a:r>
          <a:r>
            <a:rPr lang="en-GB" b="1" dirty="0"/>
            <a:t>49% recall</a:t>
          </a:r>
          <a:r>
            <a:rPr lang="en-GB" dirty="0"/>
            <a:t> for high-risk orders</a:t>
          </a:r>
          <a:endParaRPr lang="en-US" dirty="0"/>
        </a:p>
      </dgm:t>
    </dgm:pt>
    <dgm:pt modelId="{E1B19B81-2E5D-455A-9064-144284DE3BD8}" type="parTrans" cxnId="{13A40271-6ACB-4676-99A1-C733644836D8}">
      <dgm:prSet/>
      <dgm:spPr/>
      <dgm:t>
        <a:bodyPr/>
        <a:lstStyle/>
        <a:p>
          <a:endParaRPr lang="en-US"/>
        </a:p>
      </dgm:t>
    </dgm:pt>
    <dgm:pt modelId="{EC73DFF3-EFE2-4FC2-8262-63D9F6A3BABA}" type="sibTrans" cxnId="{13A40271-6ACB-4676-99A1-C733644836D8}">
      <dgm:prSet/>
      <dgm:spPr/>
      <dgm:t>
        <a:bodyPr/>
        <a:lstStyle/>
        <a:p>
          <a:endParaRPr lang="en-US"/>
        </a:p>
      </dgm:t>
    </dgm:pt>
    <dgm:pt modelId="{D024598A-EBAB-4D4B-8EBD-B23E122325CC}">
      <dgm:prSet/>
      <dgm:spPr/>
      <dgm:t>
        <a:bodyPr/>
        <a:lstStyle/>
        <a:p>
          <a:pPr>
            <a:buNone/>
          </a:pPr>
          <a:r>
            <a:rPr lang="en-GB" dirty="0"/>
            <a:t>Provides </a:t>
          </a:r>
          <a:r>
            <a:rPr lang="en-GB" b="1" dirty="0"/>
            <a:t>real business value</a:t>
          </a:r>
          <a:r>
            <a:rPr lang="en-GB" dirty="0"/>
            <a:t> despite limitations</a:t>
          </a:r>
          <a:endParaRPr lang="en-US" dirty="0"/>
        </a:p>
      </dgm:t>
    </dgm:pt>
    <dgm:pt modelId="{93BBAA5D-BAA7-4DB4-A30C-67B947EC5F98}" type="parTrans" cxnId="{A9F23734-F95F-4B4A-8C30-281FB34A8204}">
      <dgm:prSet/>
      <dgm:spPr/>
      <dgm:t>
        <a:bodyPr/>
        <a:lstStyle/>
        <a:p>
          <a:endParaRPr lang="en-US"/>
        </a:p>
      </dgm:t>
    </dgm:pt>
    <dgm:pt modelId="{3CB75D48-A5EA-4002-90A3-59747B22CCE3}" type="sibTrans" cxnId="{A9F23734-F95F-4B4A-8C30-281FB34A8204}">
      <dgm:prSet/>
      <dgm:spPr/>
      <dgm:t>
        <a:bodyPr/>
        <a:lstStyle/>
        <a:p>
          <a:endParaRPr lang="en-US"/>
        </a:p>
      </dgm:t>
    </dgm:pt>
    <dgm:pt modelId="{BE07E44B-5466-45AB-8745-E4B2834248EF}" type="pres">
      <dgm:prSet presAssocID="{FE83AB10-DD6B-49B2-A08A-F0EBB7FF5EAC}" presName="linear" presStyleCnt="0">
        <dgm:presLayoutVars>
          <dgm:animLvl val="lvl"/>
          <dgm:resizeHandles val="exact"/>
        </dgm:presLayoutVars>
      </dgm:prSet>
      <dgm:spPr/>
    </dgm:pt>
    <dgm:pt modelId="{4DCC38ED-901A-4E40-898B-1443C67A2499}" type="pres">
      <dgm:prSet presAssocID="{13E703EB-8A8E-44AC-9C4F-5C84247B52F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EF3EEB6-BA3A-41D3-9FA6-873A6944D6AB}" type="pres">
      <dgm:prSet presAssocID="{096E5592-61C0-4E08-8D00-063C62C0C332}" presName="spacer" presStyleCnt="0"/>
      <dgm:spPr/>
    </dgm:pt>
    <dgm:pt modelId="{EC61FED1-E698-499D-A26B-F5D9298B1F8F}" type="pres">
      <dgm:prSet presAssocID="{CF745C20-D672-4A65-AAAA-DAD75FE49C9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CD96F63-4031-4B18-8354-F13DDF99D8CE}" type="pres">
      <dgm:prSet presAssocID="{EC73DFF3-EFE2-4FC2-8262-63D9F6A3BABA}" presName="spacer" presStyleCnt="0"/>
      <dgm:spPr/>
    </dgm:pt>
    <dgm:pt modelId="{89D91D4F-B4E3-464F-AAF0-8B6C72D584E2}" type="pres">
      <dgm:prSet presAssocID="{D024598A-EBAB-4D4B-8EBD-B23E122325C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5C1A214-5C1B-41E3-9C86-4C2CCFC73A0B}" type="presOf" srcId="{CF745C20-D672-4A65-AAAA-DAD75FE49C94}" destId="{EC61FED1-E698-499D-A26B-F5D9298B1F8F}" srcOrd="0" destOrd="0" presId="urn:microsoft.com/office/officeart/2005/8/layout/vList2"/>
    <dgm:cxn modelId="{93C1B01A-2C52-4398-9570-48EC18F46B06}" type="presOf" srcId="{FE83AB10-DD6B-49B2-A08A-F0EBB7FF5EAC}" destId="{BE07E44B-5466-45AB-8745-E4B2834248EF}" srcOrd="0" destOrd="0" presId="urn:microsoft.com/office/officeart/2005/8/layout/vList2"/>
    <dgm:cxn modelId="{6B16A031-DD87-43E3-9D71-DD9F1F828737}" type="presOf" srcId="{D024598A-EBAB-4D4B-8EBD-B23E122325CC}" destId="{89D91D4F-B4E3-464F-AAF0-8B6C72D584E2}" srcOrd="0" destOrd="0" presId="urn:microsoft.com/office/officeart/2005/8/layout/vList2"/>
    <dgm:cxn modelId="{A9F23734-F95F-4B4A-8C30-281FB34A8204}" srcId="{FE83AB10-DD6B-49B2-A08A-F0EBB7FF5EAC}" destId="{D024598A-EBAB-4D4B-8EBD-B23E122325CC}" srcOrd="2" destOrd="0" parTransId="{93BBAA5D-BAA7-4DB4-A30C-67B947EC5F98}" sibTransId="{3CB75D48-A5EA-4002-90A3-59747B22CCE3}"/>
    <dgm:cxn modelId="{DD333341-537B-449B-94C4-62C31C02D355}" srcId="{FE83AB10-DD6B-49B2-A08A-F0EBB7FF5EAC}" destId="{13E703EB-8A8E-44AC-9C4F-5C84247B52F7}" srcOrd="0" destOrd="0" parTransId="{206F3D68-84F1-44CD-9DFA-5A5263E6E566}" sibTransId="{096E5592-61C0-4E08-8D00-063C62C0C332}"/>
    <dgm:cxn modelId="{A63AC743-4518-489F-A6B7-C832C7BC21AB}" type="presOf" srcId="{13E703EB-8A8E-44AC-9C4F-5C84247B52F7}" destId="{4DCC38ED-901A-4E40-898B-1443C67A2499}" srcOrd="0" destOrd="0" presId="urn:microsoft.com/office/officeart/2005/8/layout/vList2"/>
    <dgm:cxn modelId="{13A40271-6ACB-4676-99A1-C733644836D8}" srcId="{FE83AB10-DD6B-49B2-A08A-F0EBB7FF5EAC}" destId="{CF745C20-D672-4A65-AAAA-DAD75FE49C94}" srcOrd="1" destOrd="0" parTransId="{E1B19B81-2E5D-455A-9064-144284DE3BD8}" sibTransId="{EC73DFF3-EFE2-4FC2-8262-63D9F6A3BABA}"/>
    <dgm:cxn modelId="{497D3A16-113B-460A-B698-81D412AFE662}" type="presParOf" srcId="{BE07E44B-5466-45AB-8745-E4B2834248EF}" destId="{4DCC38ED-901A-4E40-898B-1443C67A2499}" srcOrd="0" destOrd="0" presId="urn:microsoft.com/office/officeart/2005/8/layout/vList2"/>
    <dgm:cxn modelId="{3ABC8C3A-4A14-4625-961F-D16F90C898F6}" type="presParOf" srcId="{BE07E44B-5466-45AB-8745-E4B2834248EF}" destId="{0EF3EEB6-BA3A-41D3-9FA6-873A6944D6AB}" srcOrd="1" destOrd="0" presId="urn:microsoft.com/office/officeart/2005/8/layout/vList2"/>
    <dgm:cxn modelId="{24BE9513-27CC-480A-81AF-762015B45AAE}" type="presParOf" srcId="{BE07E44B-5466-45AB-8745-E4B2834248EF}" destId="{EC61FED1-E698-499D-A26B-F5D9298B1F8F}" srcOrd="2" destOrd="0" presId="urn:microsoft.com/office/officeart/2005/8/layout/vList2"/>
    <dgm:cxn modelId="{3A7B78F0-86BB-4B18-8D40-49BD2227BC72}" type="presParOf" srcId="{BE07E44B-5466-45AB-8745-E4B2834248EF}" destId="{ECD96F63-4031-4B18-8354-F13DDF99D8CE}" srcOrd="3" destOrd="0" presId="urn:microsoft.com/office/officeart/2005/8/layout/vList2"/>
    <dgm:cxn modelId="{2994B006-9C66-4E60-882F-DD233D16650F}" type="presParOf" srcId="{BE07E44B-5466-45AB-8745-E4B2834248EF}" destId="{89D91D4F-B4E3-464F-AAF0-8B6C72D584E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1E0368-2031-4BD8-A08F-AF8A0AFDA082}">
      <dsp:nvSpPr>
        <dsp:cNvPr id="0" name=""/>
        <dsp:cNvSpPr/>
      </dsp:nvSpPr>
      <dsp:spPr>
        <a:xfrm>
          <a:off x="0" y="0"/>
          <a:ext cx="4205288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B8E4C9C-1ECE-451A-91C4-B88262ABC596}">
      <dsp:nvSpPr>
        <dsp:cNvPr id="0" name=""/>
        <dsp:cNvSpPr/>
      </dsp:nvSpPr>
      <dsp:spPr>
        <a:xfrm>
          <a:off x="0" y="0"/>
          <a:ext cx="4205288" cy="2463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300" kern="1200" dirty="0"/>
            <a:t>Machine Learning Classification Model</a:t>
          </a:r>
          <a:endParaRPr lang="en-AE" sz="4300" kern="1200" dirty="0"/>
        </a:p>
      </dsp:txBody>
      <dsp:txXfrm>
        <a:off x="0" y="0"/>
        <a:ext cx="4205288" cy="2463799"/>
      </dsp:txXfrm>
    </dsp:sp>
    <dsp:sp modelId="{8C65677B-6421-43EE-9D5C-6075BA413079}">
      <dsp:nvSpPr>
        <dsp:cNvPr id="0" name=""/>
        <dsp:cNvSpPr/>
      </dsp:nvSpPr>
      <dsp:spPr>
        <a:xfrm>
          <a:off x="0" y="2463799"/>
          <a:ext cx="420528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6D1AB8-EBDF-4FA5-B91F-60547E0AC71C}">
      <dsp:nvSpPr>
        <dsp:cNvPr id="0" name=""/>
        <dsp:cNvSpPr/>
      </dsp:nvSpPr>
      <dsp:spPr>
        <a:xfrm>
          <a:off x="0" y="2463799"/>
          <a:ext cx="4205288" cy="2463799"/>
        </a:xfrm>
        <a:prstGeom prst="rect">
          <a:avLst/>
        </a:prstGeom>
        <a:solidFill>
          <a:schemeClr val="bg1">
            <a:lumMod val="95000"/>
          </a:schemeClr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 dirty="0"/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Bruno Deva </a:t>
          </a:r>
          <a:r>
            <a:rPr lang="en-GB" sz="1800" kern="1200" dirty="0" err="1"/>
            <a:t>Sagayam</a:t>
          </a:r>
          <a:endParaRPr lang="en-GB" sz="1800" kern="1200" dirty="0"/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Calvin Adams</a:t>
          </a: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Cyril Daisy Christina</a:t>
          </a: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Md </a:t>
          </a:r>
          <a:r>
            <a:rPr lang="en-GB" sz="1800" kern="1200" dirty="0" err="1"/>
            <a:t>Feroj</a:t>
          </a:r>
          <a:r>
            <a:rPr lang="en-GB" sz="1800" kern="1200" dirty="0"/>
            <a:t> Bepari</a:t>
          </a:r>
        </a:p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Sandra Paul</a:t>
          </a:r>
          <a:endParaRPr lang="en-US" sz="1800" kern="1200" dirty="0"/>
        </a:p>
      </dsp:txBody>
      <dsp:txXfrm>
        <a:off x="0" y="2463799"/>
        <a:ext cx="4205288" cy="24637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1EE030-1B7C-4AA7-AEAB-F89F60EADAA1}">
      <dsp:nvSpPr>
        <dsp:cNvPr id="0" name=""/>
        <dsp:cNvSpPr/>
      </dsp:nvSpPr>
      <dsp:spPr>
        <a:xfrm>
          <a:off x="939" y="332858"/>
          <a:ext cx="3297566" cy="20939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036EB3-BF6B-49C9-AE4C-CCA428246862}">
      <dsp:nvSpPr>
        <dsp:cNvPr id="0" name=""/>
        <dsp:cNvSpPr/>
      </dsp:nvSpPr>
      <dsp:spPr>
        <a:xfrm>
          <a:off x="367335" y="680934"/>
          <a:ext cx="3297566" cy="20939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Predict whether an online order is High-Risk or Low-Risk using ML.</a:t>
          </a:r>
        </a:p>
      </dsp:txBody>
      <dsp:txXfrm>
        <a:off x="428665" y="742264"/>
        <a:ext cx="3174906" cy="1971294"/>
      </dsp:txXfrm>
    </dsp:sp>
    <dsp:sp modelId="{1A13E39A-4DCA-4CCB-881B-BDBB7FEDCB8C}">
      <dsp:nvSpPr>
        <dsp:cNvPr id="0" name=""/>
        <dsp:cNvSpPr/>
      </dsp:nvSpPr>
      <dsp:spPr>
        <a:xfrm>
          <a:off x="4031298" y="332858"/>
          <a:ext cx="3297566" cy="20939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A0E34A-8661-4550-8687-8CA33515257B}">
      <dsp:nvSpPr>
        <dsp:cNvPr id="0" name=""/>
        <dsp:cNvSpPr/>
      </dsp:nvSpPr>
      <dsp:spPr>
        <a:xfrm>
          <a:off x="4397694" y="680934"/>
          <a:ext cx="3297566" cy="20939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Goal:  Assist retailers in reducing financial losses by early identification of High-Risk Orders</a:t>
          </a:r>
        </a:p>
      </dsp:txBody>
      <dsp:txXfrm>
        <a:off x="4459024" y="742264"/>
        <a:ext cx="3174906" cy="19712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4E2AA0-4FE9-4E88-82BE-18D7EA95C4E0}">
      <dsp:nvSpPr>
        <dsp:cNvPr id="0" name=""/>
        <dsp:cNvSpPr/>
      </dsp:nvSpPr>
      <dsp:spPr>
        <a:xfrm>
          <a:off x="518099" y="293874"/>
          <a:ext cx="1372500" cy="13725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ED8549-961F-411F-83A3-56E3EACC7426}">
      <dsp:nvSpPr>
        <dsp:cNvPr id="0" name=""/>
        <dsp:cNvSpPr/>
      </dsp:nvSpPr>
      <dsp:spPr>
        <a:xfrm>
          <a:off x="810600" y="586374"/>
          <a:ext cx="787500" cy="787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38C06F-5A0D-4758-A126-93B1077B1834}">
      <dsp:nvSpPr>
        <dsp:cNvPr id="0" name=""/>
        <dsp:cNvSpPr/>
      </dsp:nvSpPr>
      <dsp:spPr>
        <a:xfrm>
          <a:off x="79349" y="2093874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30,000 orders, 44 features</a:t>
          </a:r>
        </a:p>
      </dsp:txBody>
      <dsp:txXfrm>
        <a:off x="79349" y="2093874"/>
        <a:ext cx="2250000" cy="720000"/>
      </dsp:txXfrm>
    </dsp:sp>
    <dsp:sp modelId="{A49D7268-107F-4A82-88AD-21C9A02B2751}">
      <dsp:nvSpPr>
        <dsp:cNvPr id="0" name=""/>
        <dsp:cNvSpPr/>
      </dsp:nvSpPr>
      <dsp:spPr>
        <a:xfrm>
          <a:off x="3161850" y="293874"/>
          <a:ext cx="1372500" cy="13725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A50899-A74A-4644-84FF-65C2F1583E0B}">
      <dsp:nvSpPr>
        <dsp:cNvPr id="0" name=""/>
        <dsp:cNvSpPr/>
      </dsp:nvSpPr>
      <dsp:spPr>
        <a:xfrm>
          <a:off x="3454350" y="586374"/>
          <a:ext cx="787500" cy="787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041DF0-B50E-46C3-B8C3-42FAF3D633AE}">
      <dsp:nvSpPr>
        <dsp:cNvPr id="0" name=""/>
        <dsp:cNvSpPr/>
      </dsp:nvSpPr>
      <dsp:spPr>
        <a:xfrm>
          <a:off x="2723100" y="2093874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Target: Yes (high risk), No (low risk)</a:t>
          </a:r>
        </a:p>
      </dsp:txBody>
      <dsp:txXfrm>
        <a:off x="2723100" y="2093874"/>
        <a:ext cx="2250000" cy="720000"/>
      </dsp:txXfrm>
    </dsp:sp>
    <dsp:sp modelId="{1D780286-759E-4F40-B154-CE744E514C89}">
      <dsp:nvSpPr>
        <dsp:cNvPr id="0" name=""/>
        <dsp:cNvSpPr/>
      </dsp:nvSpPr>
      <dsp:spPr>
        <a:xfrm>
          <a:off x="5805599" y="293874"/>
          <a:ext cx="1372500" cy="13725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01FA19-24C4-4DB4-9E9B-86E0C90E6FE7}">
      <dsp:nvSpPr>
        <dsp:cNvPr id="0" name=""/>
        <dsp:cNvSpPr/>
      </dsp:nvSpPr>
      <dsp:spPr>
        <a:xfrm>
          <a:off x="6098099" y="586374"/>
          <a:ext cx="787500" cy="787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6362C1-B328-4A85-88CE-0284B2C85A71}">
      <dsp:nvSpPr>
        <dsp:cNvPr id="0" name=""/>
        <dsp:cNvSpPr/>
      </dsp:nvSpPr>
      <dsp:spPr>
        <a:xfrm>
          <a:off x="5366849" y="2093874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Severe imbalance: 94.2% No, 5.8% Yes</a:t>
          </a:r>
        </a:p>
      </dsp:txBody>
      <dsp:txXfrm>
        <a:off x="5366849" y="2093874"/>
        <a:ext cx="225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E257DA-7555-4067-B50F-F01B3CAEB4DD}">
      <dsp:nvSpPr>
        <dsp:cNvPr id="0" name=""/>
        <dsp:cNvSpPr/>
      </dsp:nvSpPr>
      <dsp:spPr>
        <a:xfrm>
          <a:off x="0" y="485779"/>
          <a:ext cx="4205288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D13099-AAA8-4FC0-A234-DC69AF228881}">
      <dsp:nvSpPr>
        <dsp:cNvPr id="0" name=""/>
        <dsp:cNvSpPr/>
      </dsp:nvSpPr>
      <dsp:spPr>
        <a:xfrm>
          <a:off x="210264" y="87259"/>
          <a:ext cx="2943701" cy="7970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1265" tIns="0" rIns="111265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Class imbalance</a:t>
          </a:r>
        </a:p>
      </dsp:txBody>
      <dsp:txXfrm>
        <a:off x="249172" y="126167"/>
        <a:ext cx="2865885" cy="719224"/>
      </dsp:txXfrm>
    </dsp:sp>
    <dsp:sp modelId="{5FCA5BE1-CC84-419B-9CBF-C08702A29843}">
      <dsp:nvSpPr>
        <dsp:cNvPr id="0" name=""/>
        <dsp:cNvSpPr/>
      </dsp:nvSpPr>
      <dsp:spPr>
        <a:xfrm>
          <a:off x="0" y="1710499"/>
          <a:ext cx="4205288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CF59C1-8858-4DB6-98F8-9269A18D2F73}">
      <dsp:nvSpPr>
        <dsp:cNvPr id="0" name=""/>
        <dsp:cNvSpPr/>
      </dsp:nvSpPr>
      <dsp:spPr>
        <a:xfrm>
          <a:off x="210264" y="1311979"/>
          <a:ext cx="2943701" cy="7970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1265" tIns="0" rIns="111265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Missing values</a:t>
          </a:r>
        </a:p>
      </dsp:txBody>
      <dsp:txXfrm>
        <a:off x="249172" y="1350887"/>
        <a:ext cx="2865885" cy="719224"/>
      </dsp:txXfrm>
    </dsp:sp>
    <dsp:sp modelId="{A5A9D8A8-59D4-44FC-9CB8-CD4C2741E590}">
      <dsp:nvSpPr>
        <dsp:cNvPr id="0" name=""/>
        <dsp:cNvSpPr/>
      </dsp:nvSpPr>
      <dsp:spPr>
        <a:xfrm>
          <a:off x="0" y="2935219"/>
          <a:ext cx="4205288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8B6263-E4F3-499F-A028-1FFC41D4E046}">
      <dsp:nvSpPr>
        <dsp:cNvPr id="0" name=""/>
        <dsp:cNvSpPr/>
      </dsp:nvSpPr>
      <dsp:spPr>
        <a:xfrm>
          <a:off x="210264" y="2536699"/>
          <a:ext cx="2943701" cy="7970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1265" tIns="0" rIns="111265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Weak feature correlation</a:t>
          </a:r>
        </a:p>
      </dsp:txBody>
      <dsp:txXfrm>
        <a:off x="249172" y="2575607"/>
        <a:ext cx="2865885" cy="719224"/>
      </dsp:txXfrm>
    </dsp:sp>
    <dsp:sp modelId="{C7F23C08-EF96-489C-963F-A8564C7260AB}">
      <dsp:nvSpPr>
        <dsp:cNvPr id="0" name=""/>
        <dsp:cNvSpPr/>
      </dsp:nvSpPr>
      <dsp:spPr>
        <a:xfrm>
          <a:off x="0" y="4159940"/>
          <a:ext cx="4205288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122E52-F698-40D1-B184-BDDD4B067D56}">
      <dsp:nvSpPr>
        <dsp:cNvPr id="0" name=""/>
        <dsp:cNvSpPr/>
      </dsp:nvSpPr>
      <dsp:spPr>
        <a:xfrm>
          <a:off x="210264" y="3761420"/>
          <a:ext cx="2943701" cy="7970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1265" tIns="0" rIns="111265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Complex patterns</a:t>
          </a:r>
        </a:p>
      </dsp:txBody>
      <dsp:txXfrm>
        <a:off x="249172" y="3800328"/>
        <a:ext cx="2865885" cy="7192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9594DB-23A1-42A4-9B0B-61891C0DB9EF}">
      <dsp:nvSpPr>
        <dsp:cNvPr id="0" name=""/>
        <dsp:cNvSpPr/>
      </dsp:nvSpPr>
      <dsp:spPr>
        <a:xfrm>
          <a:off x="518099" y="293874"/>
          <a:ext cx="1372500" cy="13725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00B3E8-AE18-4B44-A039-457B0BA4DCAD}">
      <dsp:nvSpPr>
        <dsp:cNvPr id="0" name=""/>
        <dsp:cNvSpPr/>
      </dsp:nvSpPr>
      <dsp:spPr>
        <a:xfrm>
          <a:off x="810600" y="586374"/>
          <a:ext cx="787500" cy="787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1AC348-DF74-4FEC-B23F-FCDEB9338518}">
      <dsp:nvSpPr>
        <dsp:cNvPr id="0" name=""/>
        <dsp:cNvSpPr/>
      </dsp:nvSpPr>
      <dsp:spPr>
        <a:xfrm>
          <a:off x="79349" y="2093874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Logistic Regression (baseline)</a:t>
          </a:r>
        </a:p>
      </dsp:txBody>
      <dsp:txXfrm>
        <a:off x="79349" y="2093874"/>
        <a:ext cx="2250000" cy="720000"/>
      </dsp:txXfrm>
    </dsp:sp>
    <dsp:sp modelId="{C3B2115E-8D07-4E99-8215-AD3788C04FCA}">
      <dsp:nvSpPr>
        <dsp:cNvPr id="0" name=""/>
        <dsp:cNvSpPr/>
      </dsp:nvSpPr>
      <dsp:spPr>
        <a:xfrm>
          <a:off x="3161850" y="293874"/>
          <a:ext cx="1372500" cy="13725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743AA4-3B37-49D6-80A6-415208BA6EBC}">
      <dsp:nvSpPr>
        <dsp:cNvPr id="0" name=""/>
        <dsp:cNvSpPr/>
      </dsp:nvSpPr>
      <dsp:spPr>
        <a:xfrm>
          <a:off x="3454350" y="586374"/>
          <a:ext cx="787500" cy="787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64D6AA-BA6B-4F9C-A758-8DF6FE777005}">
      <dsp:nvSpPr>
        <dsp:cNvPr id="0" name=""/>
        <dsp:cNvSpPr/>
      </dsp:nvSpPr>
      <dsp:spPr>
        <a:xfrm>
          <a:off x="2723100" y="2093874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Random Forest</a:t>
          </a:r>
        </a:p>
      </dsp:txBody>
      <dsp:txXfrm>
        <a:off x="2723100" y="2093874"/>
        <a:ext cx="2250000" cy="720000"/>
      </dsp:txXfrm>
    </dsp:sp>
    <dsp:sp modelId="{69521791-08F3-4D0E-A8A8-6AA922BBD260}">
      <dsp:nvSpPr>
        <dsp:cNvPr id="0" name=""/>
        <dsp:cNvSpPr/>
      </dsp:nvSpPr>
      <dsp:spPr>
        <a:xfrm>
          <a:off x="5805599" y="293874"/>
          <a:ext cx="1372500" cy="13725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EA457B-4BF5-476F-8F15-DE29A095F2A2}">
      <dsp:nvSpPr>
        <dsp:cNvPr id="0" name=""/>
        <dsp:cNvSpPr/>
      </dsp:nvSpPr>
      <dsp:spPr>
        <a:xfrm>
          <a:off x="6098099" y="586374"/>
          <a:ext cx="787500" cy="787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A67107-E774-4457-9754-15BF4E9406F0}">
      <dsp:nvSpPr>
        <dsp:cNvPr id="0" name=""/>
        <dsp:cNvSpPr/>
      </dsp:nvSpPr>
      <dsp:spPr>
        <a:xfrm>
          <a:off x="5366849" y="2093874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Gradient Boosting (final model)</a:t>
          </a:r>
        </a:p>
      </dsp:txBody>
      <dsp:txXfrm>
        <a:off x="5366849" y="2093874"/>
        <a:ext cx="225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89D405-49A1-48AA-8838-C4078556625C}">
      <dsp:nvSpPr>
        <dsp:cNvPr id="0" name=""/>
        <dsp:cNvSpPr/>
      </dsp:nvSpPr>
      <dsp:spPr>
        <a:xfrm>
          <a:off x="0" y="518359"/>
          <a:ext cx="4205288" cy="12355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Recall = 49% (captures half of risky orders)</a:t>
          </a:r>
        </a:p>
      </dsp:txBody>
      <dsp:txXfrm>
        <a:off x="60313" y="578672"/>
        <a:ext cx="4084662" cy="1114894"/>
      </dsp:txXfrm>
    </dsp:sp>
    <dsp:sp modelId="{7EEC0B10-20BC-4385-B8CD-67C4F297BC71}">
      <dsp:nvSpPr>
        <dsp:cNvPr id="0" name=""/>
        <dsp:cNvSpPr/>
      </dsp:nvSpPr>
      <dsp:spPr>
        <a:xfrm>
          <a:off x="0" y="1846039"/>
          <a:ext cx="4205288" cy="1235520"/>
        </a:xfrm>
        <a:prstGeom prst="roundRect">
          <a:avLst/>
        </a:prstGeom>
        <a:gradFill rotWithShape="0">
          <a:gsLst>
            <a:gs pos="0">
              <a:schemeClr val="accent2">
                <a:hueOff val="-5175944"/>
                <a:satOff val="22930"/>
                <a:lumOff val="-8432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5175944"/>
                <a:satOff val="22930"/>
                <a:lumOff val="-8432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5175944"/>
                <a:satOff val="22930"/>
                <a:lumOff val="-8432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Precision = 16%</a:t>
          </a:r>
        </a:p>
      </dsp:txBody>
      <dsp:txXfrm>
        <a:off x="60313" y="1906352"/>
        <a:ext cx="4084662" cy="1114894"/>
      </dsp:txXfrm>
    </dsp:sp>
    <dsp:sp modelId="{57C620C0-2A87-4F43-BA5D-403081D90A87}">
      <dsp:nvSpPr>
        <dsp:cNvPr id="0" name=""/>
        <dsp:cNvSpPr/>
      </dsp:nvSpPr>
      <dsp:spPr>
        <a:xfrm>
          <a:off x="0" y="3173719"/>
          <a:ext cx="4205288" cy="1235520"/>
        </a:xfrm>
        <a:prstGeom prst="roundRect">
          <a:avLst/>
        </a:prstGeom>
        <a:gradFill rotWithShape="0">
          <a:gsLst>
            <a:gs pos="0">
              <a:schemeClr val="accent2">
                <a:hueOff val="-10351888"/>
                <a:satOff val="45859"/>
                <a:lumOff val="-16864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10351888"/>
                <a:satOff val="45859"/>
                <a:lumOff val="-16864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10351888"/>
                <a:satOff val="45859"/>
                <a:lumOff val="-16864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Overall Accuracy = 83%</a:t>
          </a:r>
        </a:p>
      </dsp:txBody>
      <dsp:txXfrm>
        <a:off x="60313" y="3234032"/>
        <a:ext cx="4084662" cy="111489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44FA6A-5A02-41A3-AD6A-B1906AC2F091}">
      <dsp:nvSpPr>
        <dsp:cNvPr id="0" name=""/>
        <dsp:cNvSpPr/>
      </dsp:nvSpPr>
      <dsp:spPr>
        <a:xfrm>
          <a:off x="0" y="31999"/>
          <a:ext cx="4205288" cy="1544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Weak correlations</a:t>
          </a:r>
        </a:p>
      </dsp:txBody>
      <dsp:txXfrm>
        <a:off x="75391" y="107390"/>
        <a:ext cx="4054506" cy="1393618"/>
      </dsp:txXfrm>
    </dsp:sp>
    <dsp:sp modelId="{47865B0B-773F-4255-8DB7-C3E30463EB3A}">
      <dsp:nvSpPr>
        <dsp:cNvPr id="0" name=""/>
        <dsp:cNvSpPr/>
      </dsp:nvSpPr>
      <dsp:spPr>
        <a:xfrm>
          <a:off x="0" y="1691599"/>
          <a:ext cx="4205288" cy="1544400"/>
        </a:xfrm>
        <a:prstGeom prst="roundRect">
          <a:avLst/>
        </a:prstGeom>
        <a:gradFill rotWithShape="0">
          <a:gsLst>
            <a:gs pos="0">
              <a:schemeClr val="accent2">
                <a:hueOff val="-5175944"/>
                <a:satOff val="22930"/>
                <a:lumOff val="-8432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5175944"/>
                <a:satOff val="22930"/>
                <a:lumOff val="-8432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5175944"/>
                <a:satOff val="22930"/>
                <a:lumOff val="-8432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Severe imbalance</a:t>
          </a:r>
        </a:p>
      </dsp:txBody>
      <dsp:txXfrm>
        <a:off x="75391" y="1766990"/>
        <a:ext cx="4054506" cy="1393618"/>
      </dsp:txXfrm>
    </dsp:sp>
    <dsp:sp modelId="{9963C66A-C3A3-469D-8B18-ADB0A37F6BBC}">
      <dsp:nvSpPr>
        <dsp:cNvPr id="0" name=""/>
        <dsp:cNvSpPr/>
      </dsp:nvSpPr>
      <dsp:spPr>
        <a:xfrm>
          <a:off x="0" y="3351200"/>
          <a:ext cx="4205288" cy="1544400"/>
        </a:xfrm>
        <a:prstGeom prst="roundRect">
          <a:avLst/>
        </a:prstGeom>
        <a:gradFill rotWithShape="0">
          <a:gsLst>
            <a:gs pos="0">
              <a:schemeClr val="accent2">
                <a:hueOff val="-10351888"/>
                <a:satOff val="45859"/>
                <a:lumOff val="-16864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10351888"/>
                <a:satOff val="45859"/>
                <a:lumOff val="-16864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10351888"/>
                <a:satOff val="45859"/>
                <a:lumOff val="-16864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Limited predictive features</a:t>
          </a:r>
        </a:p>
      </dsp:txBody>
      <dsp:txXfrm>
        <a:off x="75391" y="3426591"/>
        <a:ext cx="4054506" cy="139361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CC38ED-901A-4E40-898B-1443C67A2499}">
      <dsp:nvSpPr>
        <dsp:cNvPr id="0" name=""/>
        <dsp:cNvSpPr/>
      </dsp:nvSpPr>
      <dsp:spPr>
        <a:xfrm>
          <a:off x="0" y="499070"/>
          <a:ext cx="4205288" cy="142155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Built a complete </a:t>
          </a:r>
          <a:r>
            <a:rPr lang="en-GB" sz="2700" b="1" kern="1200" dirty="0"/>
            <a:t>machine learning pipeline</a:t>
          </a:r>
          <a:r>
            <a:rPr lang="en-GB" sz="2700" kern="1200" dirty="0"/>
            <a:t> for risk prediction</a:t>
          </a:r>
          <a:endParaRPr lang="en-US" sz="2700" kern="1200" dirty="0"/>
        </a:p>
      </dsp:txBody>
      <dsp:txXfrm>
        <a:off x="69394" y="568464"/>
        <a:ext cx="4066500" cy="1282762"/>
      </dsp:txXfrm>
    </dsp:sp>
    <dsp:sp modelId="{EC61FED1-E698-499D-A26B-F5D9298B1F8F}">
      <dsp:nvSpPr>
        <dsp:cNvPr id="0" name=""/>
        <dsp:cNvSpPr/>
      </dsp:nvSpPr>
      <dsp:spPr>
        <a:xfrm>
          <a:off x="0" y="1998381"/>
          <a:ext cx="4205288" cy="1421550"/>
        </a:xfrm>
        <a:prstGeom prst="roundRect">
          <a:avLst/>
        </a:prstGeom>
        <a:gradFill rotWithShape="0">
          <a:gsLst>
            <a:gs pos="0">
              <a:schemeClr val="accent2">
                <a:hueOff val="-5175944"/>
                <a:satOff val="22930"/>
                <a:lumOff val="-8432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5175944"/>
                <a:satOff val="22930"/>
                <a:lumOff val="-8432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5175944"/>
                <a:satOff val="22930"/>
                <a:lumOff val="-8432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Achieved </a:t>
          </a:r>
          <a:r>
            <a:rPr lang="en-GB" sz="2700" b="1" kern="1200" dirty="0"/>
            <a:t>25% F1-score</a:t>
          </a:r>
          <a:r>
            <a:rPr lang="en-GB" sz="2700" kern="1200" dirty="0"/>
            <a:t> and </a:t>
          </a:r>
          <a:r>
            <a:rPr lang="en-GB" sz="2700" b="1" kern="1200" dirty="0"/>
            <a:t>49% recall</a:t>
          </a:r>
          <a:r>
            <a:rPr lang="en-GB" sz="2700" kern="1200" dirty="0"/>
            <a:t> for high-risk orders</a:t>
          </a:r>
          <a:endParaRPr lang="en-US" sz="2700" kern="1200" dirty="0"/>
        </a:p>
      </dsp:txBody>
      <dsp:txXfrm>
        <a:off x="69394" y="2067775"/>
        <a:ext cx="4066500" cy="1282762"/>
      </dsp:txXfrm>
    </dsp:sp>
    <dsp:sp modelId="{89D91D4F-B4E3-464F-AAF0-8B6C72D584E2}">
      <dsp:nvSpPr>
        <dsp:cNvPr id="0" name=""/>
        <dsp:cNvSpPr/>
      </dsp:nvSpPr>
      <dsp:spPr>
        <a:xfrm>
          <a:off x="0" y="3497691"/>
          <a:ext cx="4205288" cy="1421550"/>
        </a:xfrm>
        <a:prstGeom prst="roundRect">
          <a:avLst/>
        </a:prstGeom>
        <a:gradFill rotWithShape="0">
          <a:gsLst>
            <a:gs pos="0">
              <a:schemeClr val="accent2">
                <a:hueOff val="-10351888"/>
                <a:satOff val="45859"/>
                <a:lumOff val="-16864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2">
                <a:hueOff val="-10351888"/>
                <a:satOff val="45859"/>
                <a:lumOff val="-16864"/>
                <a:alphaOff val="0"/>
                <a:shade val="100000"/>
                <a:satMod val="103000"/>
                <a:lumMod val="100000"/>
              </a:schemeClr>
            </a:gs>
            <a:gs pos="100000">
              <a:schemeClr val="accent2">
                <a:hueOff val="-10351888"/>
                <a:satOff val="45859"/>
                <a:lumOff val="-16864"/>
                <a:alphaOff val="0"/>
                <a:shade val="93000"/>
                <a:satMod val="11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Provides </a:t>
          </a:r>
          <a:r>
            <a:rPr lang="en-GB" sz="2700" b="1" kern="1200" dirty="0"/>
            <a:t>real business value</a:t>
          </a:r>
          <a:r>
            <a:rPr lang="en-GB" sz="2700" kern="1200" dirty="0"/>
            <a:t> despite limitations</a:t>
          </a:r>
          <a:endParaRPr lang="en-US" sz="2700" kern="1200" dirty="0"/>
        </a:p>
      </dsp:txBody>
      <dsp:txXfrm>
        <a:off x="69394" y="3567085"/>
        <a:ext cx="4066500" cy="12827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514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01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886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21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115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4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617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641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01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142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44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272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49072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2404872"/>
            <a:ext cx="2283712" cy="1627792"/>
          </a:xfrm>
        </p:spPr>
        <p:txBody>
          <a:bodyPr vert="horz" lIns="274320" tIns="182880" rIns="274320" bIns="182880" rtlCol="0" anchor="ctr" anchorCtr="1">
            <a:normAutofit fontScale="90000"/>
          </a:bodyPr>
          <a:lstStyle/>
          <a:p>
            <a:br>
              <a:rPr lang="en-US" sz="1100" dirty="0"/>
            </a:br>
            <a:r>
              <a:rPr lang="en-US" sz="1200" dirty="0"/>
              <a:t>AI Capstone Midterm Project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AIGC 5005 — AI Capstone Project Preparation</a:t>
            </a:r>
            <a:br>
              <a:rPr lang="en-US" sz="1200" dirty="0"/>
            </a:br>
            <a:endParaRPr lang="en-US" sz="1200" dirty="0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5D0461F8-2280-6EBC-D395-6545004C2D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4148907"/>
              </p:ext>
            </p:extLst>
          </p:nvPr>
        </p:nvGraphicFramePr>
        <p:xfrm>
          <a:off x="4214812" y="965200"/>
          <a:ext cx="4205288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964692"/>
            <a:ext cx="5797296" cy="1188720"/>
          </a:xfrm>
        </p:spPr>
        <p:txBody>
          <a:bodyPr>
            <a:normAutofit/>
          </a:bodyPr>
          <a:lstStyle/>
          <a:p>
            <a: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78CC36-FFD7-FF37-8819-AB26562750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8738293"/>
              </p:ext>
            </p:extLst>
          </p:nvPr>
        </p:nvGraphicFramePr>
        <p:xfrm>
          <a:off x="723900" y="2638425"/>
          <a:ext cx="76962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964692"/>
            <a:ext cx="5797296" cy="1188720"/>
          </a:xfrm>
        </p:spPr>
        <p:txBody>
          <a:bodyPr>
            <a:normAutofit/>
          </a:bodyPr>
          <a:lstStyle/>
          <a:p>
            <a:r>
              <a:t>Dataset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A501C1-A860-2C14-E7A7-C359D5EEF0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0689603"/>
              </p:ext>
            </p:extLst>
          </p:nvPr>
        </p:nvGraphicFramePr>
        <p:xfrm>
          <a:off x="723900" y="2638425"/>
          <a:ext cx="76962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2681103"/>
            <a:ext cx="2522980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Key 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0433D7-1076-E669-52FB-727919DD00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0242158"/>
              </p:ext>
            </p:extLst>
          </p:nvPr>
        </p:nvGraphicFramePr>
        <p:xfrm>
          <a:off x="4214812" y="965200"/>
          <a:ext cx="4205288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421" y="1939526"/>
            <a:ext cx="2978949" cy="2978948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07" y="2047113"/>
            <a:ext cx="2978949" cy="27637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GB" sz="1400" dirty="0">
                <a:solidFill>
                  <a:srgbClr val="FFFFFF"/>
                </a:solidFill>
              </a:rPr>
              <a:t>Data Preprocessing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5436DB-4E8B-43A5-AE55-1C527B62E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14057" y="1455325"/>
            <a:ext cx="4450842" cy="3947351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37501" y="1577340"/>
            <a:ext cx="4203954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4663" y="1940814"/>
            <a:ext cx="3489630" cy="2976372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rgbClr val="404040"/>
                </a:solidFill>
              </a:rPr>
              <a:t>Dropped irrelevant columns</a:t>
            </a:r>
          </a:p>
          <a:p>
            <a:r>
              <a:rPr lang="en-GB" dirty="0">
                <a:solidFill>
                  <a:srgbClr val="404040"/>
                </a:solidFill>
              </a:rPr>
              <a:t>Handled missing values</a:t>
            </a:r>
          </a:p>
          <a:p>
            <a:r>
              <a:rPr lang="en-GB" dirty="0">
                <a:solidFill>
                  <a:srgbClr val="404040"/>
                </a:solidFill>
              </a:rPr>
              <a:t>Feature engineering (age, time)</a:t>
            </a:r>
          </a:p>
          <a:p>
            <a:r>
              <a:rPr lang="en-GB" dirty="0">
                <a:solidFill>
                  <a:srgbClr val="404040"/>
                </a:solidFill>
              </a:rPr>
              <a:t>Encoding categorical variables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421" y="1939526"/>
            <a:ext cx="2978949" cy="2978948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08" y="2047113"/>
            <a:ext cx="2763774" cy="27637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GB" sz="1900" dirty="0">
                <a:solidFill>
                  <a:srgbClr val="FFFFFF"/>
                </a:solidFill>
              </a:rPr>
              <a:t>Handling Imbalance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5436DB-4E8B-43A5-AE55-1C527B62E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14057" y="1455325"/>
            <a:ext cx="4450842" cy="3947351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37501" y="1577340"/>
            <a:ext cx="4203954" cy="3703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4663" y="1940814"/>
            <a:ext cx="3489630" cy="2976372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rgbClr val="404040"/>
                </a:solidFill>
              </a:rPr>
              <a:t>Used Random Oversampling on training data</a:t>
            </a:r>
          </a:p>
          <a:p>
            <a:r>
              <a:rPr lang="en-GB">
                <a:solidFill>
                  <a:srgbClr val="404040"/>
                </a:solidFill>
              </a:rPr>
              <a:t>Maintained original distribution in test 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964692"/>
            <a:ext cx="5797296" cy="1188720"/>
          </a:xfrm>
        </p:spPr>
        <p:txBody>
          <a:bodyPr>
            <a:normAutofit/>
          </a:bodyPr>
          <a:lstStyle/>
          <a:p>
            <a:r>
              <a:t>Models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EFF17C-1598-1F72-75ED-AFE2BDEDF6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7275516"/>
              </p:ext>
            </p:extLst>
          </p:nvPr>
        </p:nvGraphicFramePr>
        <p:xfrm>
          <a:off x="723900" y="2638425"/>
          <a:ext cx="76962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t>Threshold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404040"/>
                </a:solidFill>
              </a:rPr>
              <a:t>Optimized classification threshold</a:t>
            </a:r>
          </a:p>
          <a:p>
            <a:r>
              <a:rPr lang="en-GB">
                <a:solidFill>
                  <a:srgbClr val="404040"/>
                </a:solidFill>
              </a:rPr>
              <a:t>Best threshold = 0.60</a:t>
            </a:r>
          </a:p>
          <a:p>
            <a:r>
              <a:rPr lang="en-GB">
                <a:solidFill>
                  <a:srgbClr val="404040"/>
                </a:solidFill>
              </a:rPr>
              <a:t>Improved F1-score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260" y="1248156"/>
            <a:ext cx="726948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671" y="1060704"/>
            <a:ext cx="7550658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3352" y="467418"/>
            <a:ext cx="5797296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en-GB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546" y="2291262"/>
            <a:ext cx="6584634" cy="2879256"/>
          </a:xfrm>
        </p:spPr>
        <p:txBody>
          <a:bodyPr>
            <a:normAutofit/>
          </a:bodyPr>
          <a:lstStyle/>
          <a:p>
            <a:r>
              <a:rPr lang="en-GB" sz="2000" dirty="0">
                <a:solidFill>
                  <a:srgbClr val="404040"/>
                </a:solidFill>
              </a:rPr>
              <a:t>Best Model: Gradient Boosting</a:t>
            </a:r>
          </a:p>
          <a:p>
            <a:r>
              <a:rPr lang="en-GB" sz="2000" dirty="0">
                <a:solidFill>
                  <a:srgbClr val="404040"/>
                </a:solidFill>
              </a:rPr>
              <a:t>F1-score (YES class): 25%</a:t>
            </a:r>
          </a:p>
          <a:p>
            <a:r>
              <a:rPr lang="en-GB" sz="2000" dirty="0">
                <a:solidFill>
                  <a:srgbClr val="404040"/>
                </a:solidFill>
              </a:rPr>
              <a:t>Accuracy: 83%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2681103"/>
            <a:ext cx="2522980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Key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642ECE-5FAC-7FD8-8ABE-47A9B377FC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5595050"/>
              </p:ext>
            </p:extLst>
          </p:nvPr>
        </p:nvGraphicFramePr>
        <p:xfrm>
          <a:off x="4214812" y="965200"/>
          <a:ext cx="4205288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2681103"/>
            <a:ext cx="2522980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Why Target Not Achieved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55A89A-EB29-F354-1BF2-E8670C642B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4152400"/>
              </p:ext>
            </p:extLst>
          </p:nvPr>
        </p:nvGraphicFramePr>
        <p:xfrm>
          <a:off x="4214812" y="965200"/>
          <a:ext cx="4205288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2681103"/>
            <a:ext cx="2522980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GB" sz="2200">
                <a:solidFill>
                  <a:schemeClr val="bg1"/>
                </a:solidFill>
              </a:rPr>
              <a:t>Conclusion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4762B84D-7897-33E8-3BBF-CE575DD1AD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4964381"/>
              </p:ext>
            </p:extLst>
          </p:nvPr>
        </p:nvGraphicFramePr>
        <p:xfrm>
          <a:off x="4214812" y="474488"/>
          <a:ext cx="4205288" cy="5418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235</Words>
  <Application>Microsoft Office PowerPoint</Application>
  <PresentationFormat>On-screen Show (4:3)</PresentationFormat>
  <Paragraphs>52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Parcel</vt:lpstr>
      <vt:lpstr> AI Capstone Midterm Project  AIGC 5005 — AI Capstone Project Preparation </vt:lpstr>
      <vt:lpstr>Problem Statement</vt:lpstr>
      <vt:lpstr>Dataset Overview</vt:lpstr>
      <vt:lpstr>Key Challenges</vt:lpstr>
      <vt:lpstr>Data Preprocessing</vt:lpstr>
      <vt:lpstr>Handling Imbalance</vt:lpstr>
      <vt:lpstr>Models Used</vt:lpstr>
      <vt:lpstr>Threshold Tuning</vt:lpstr>
      <vt:lpstr>Results</vt:lpstr>
      <vt:lpstr>Key Insights</vt:lpstr>
      <vt:lpstr>Why Target Not Achieved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sandra</dc:creator>
  <cp:keywords/>
  <dc:description>generated using python-pptx</dc:description>
  <cp:lastModifiedBy>Akhil Punnoose</cp:lastModifiedBy>
  <cp:revision>3</cp:revision>
  <dcterms:created xsi:type="dcterms:W3CDTF">2013-01-27T09:14:16Z</dcterms:created>
  <dcterms:modified xsi:type="dcterms:W3CDTF">2026-03-24T01:34:33Z</dcterms:modified>
  <cp:category/>
</cp:coreProperties>
</file>